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nl-NL"/>
    </a:defPPr>
    <a:lvl1pPr marL="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1pPr>
    <a:lvl2pPr marL="172798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2pPr>
    <a:lvl3pPr marL="3455975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3pPr>
    <a:lvl4pPr marL="518396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4pPr>
    <a:lvl5pPr marL="691195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5pPr>
    <a:lvl6pPr marL="863993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6pPr>
    <a:lvl7pPr marL="10367924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7pPr>
    <a:lvl8pPr marL="1209591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8pPr>
    <a:lvl9pPr marL="13823899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  <a:srgbClr val="FB7E3A"/>
    <a:srgbClr val="1E64C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984C6-CC61-44A6-9E9F-C8504E4B0D5A}" v="1" dt="2025-11-03T08:32:29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1" autoAdjust="0"/>
    <p:restoredTop sz="95033" autoAdjust="0"/>
  </p:normalViewPr>
  <p:slideViewPr>
    <p:cSldViewPr snapToGrid="0" showGuides="1">
      <p:cViewPr>
        <p:scale>
          <a:sx n="50" d="100"/>
          <a:sy n="50" d="100"/>
        </p:scale>
        <p:origin x="-360" y="-7330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as Raemaekers" userId="fec6886388aa33ba" providerId="LiveId" clId="{69466FE1-44B0-48D7-8CAD-CBFB959049D4}"/>
    <pc:docChg chg="undo custSel modSld">
      <pc:chgData name="Matthias Raemaekers" userId="fec6886388aa33ba" providerId="LiveId" clId="{69466FE1-44B0-48D7-8CAD-CBFB959049D4}" dt="2025-11-03T09:46:53.152" v="4875" actId="20577"/>
      <pc:docMkLst>
        <pc:docMk/>
      </pc:docMkLst>
      <pc:sldChg chg="addSp delSp modSp mod">
        <pc:chgData name="Matthias Raemaekers" userId="fec6886388aa33ba" providerId="LiveId" clId="{69466FE1-44B0-48D7-8CAD-CBFB959049D4}" dt="2025-11-03T09:46:53.152" v="4875" actId="20577"/>
        <pc:sldMkLst>
          <pc:docMk/>
          <pc:sldMk cId="327677986" sldId="258"/>
        </pc:sldMkLst>
        <pc:spChg chg="mod">
          <ac:chgData name="Matthias Raemaekers" userId="fec6886388aa33ba" providerId="LiveId" clId="{69466FE1-44B0-48D7-8CAD-CBFB959049D4}" dt="2025-10-30T12:30:39.454" v="4781" actId="20577"/>
          <ac:spMkLst>
            <pc:docMk/>
            <pc:sldMk cId="327677986" sldId="258"/>
            <ac:spMk id="2" creationId="{CEB41DFF-1AD6-D3C4-1537-31EE2E842188}"/>
          </ac:spMkLst>
        </pc:spChg>
        <pc:spChg chg="add del mod">
          <ac:chgData name="Matthias Raemaekers" userId="fec6886388aa33ba" providerId="LiveId" clId="{69466FE1-44B0-48D7-8CAD-CBFB959049D4}" dt="2025-10-30T12:32:13.821" v="4789" actId="20577"/>
          <ac:spMkLst>
            <pc:docMk/>
            <pc:sldMk cId="327677986" sldId="258"/>
            <ac:spMk id="3" creationId="{9163473C-CB6B-DE20-28E9-CE3BF94685CA}"/>
          </ac:spMkLst>
        </pc:spChg>
        <pc:spChg chg="add mod">
          <ac:chgData name="Matthias Raemaekers" userId="fec6886388aa33ba" providerId="LiveId" clId="{69466FE1-44B0-48D7-8CAD-CBFB959049D4}" dt="2025-10-08T10:15:33.530" v="4538" actId="1035"/>
          <ac:spMkLst>
            <pc:docMk/>
            <pc:sldMk cId="327677986" sldId="258"/>
            <ac:spMk id="4" creationId="{87B3EE1E-D00B-46EC-ED86-79769F6ABFC9}"/>
          </ac:spMkLst>
        </pc:spChg>
        <pc:spChg chg="add mod">
          <ac:chgData name="Matthias Raemaekers" userId="fec6886388aa33ba" providerId="LiveId" clId="{69466FE1-44B0-48D7-8CAD-CBFB959049D4}" dt="2025-10-08T10:15:33.530" v="4538" actId="1035"/>
          <ac:spMkLst>
            <pc:docMk/>
            <pc:sldMk cId="327677986" sldId="258"/>
            <ac:spMk id="6" creationId="{2C344C8B-DBA7-B514-1C29-6EBD2C8D4964}"/>
          </ac:spMkLst>
        </pc:spChg>
        <pc:spChg chg="add mod">
          <ac:chgData name="Matthias Raemaekers" userId="fec6886388aa33ba" providerId="LiveId" clId="{69466FE1-44B0-48D7-8CAD-CBFB959049D4}" dt="2025-10-08T10:15:33.530" v="4538" actId="1035"/>
          <ac:spMkLst>
            <pc:docMk/>
            <pc:sldMk cId="327677986" sldId="258"/>
            <ac:spMk id="9" creationId="{25BCD65E-4B7D-1D5F-7DC4-353264AA4D7E}"/>
          </ac:spMkLst>
        </pc:spChg>
        <pc:spChg chg="add mod">
          <ac:chgData name="Matthias Raemaekers" userId="fec6886388aa33ba" providerId="LiveId" clId="{69466FE1-44B0-48D7-8CAD-CBFB959049D4}" dt="2025-10-08T10:15:33.530" v="4538" actId="1035"/>
          <ac:spMkLst>
            <pc:docMk/>
            <pc:sldMk cId="327677986" sldId="258"/>
            <ac:spMk id="10" creationId="{76775521-FD9D-FAC6-9B5F-29608F9EE14D}"/>
          </ac:spMkLst>
        </pc:spChg>
        <pc:spChg chg="mod">
          <ac:chgData name="Matthias Raemaekers" userId="fec6886388aa33ba" providerId="LiveId" clId="{69466FE1-44B0-48D7-8CAD-CBFB959049D4}" dt="2025-10-07T20:55:52.296" v="2055" actId="207"/>
          <ac:spMkLst>
            <pc:docMk/>
            <pc:sldMk cId="327677986" sldId="258"/>
            <ac:spMk id="11" creationId="{42012D43-F969-6DE9-3C9A-39E8F1FAD246}"/>
          </ac:spMkLst>
        </pc:spChg>
        <pc:spChg chg="mod">
          <ac:chgData name="Matthias Raemaekers" userId="fec6886388aa33ba" providerId="LiveId" clId="{69466FE1-44B0-48D7-8CAD-CBFB959049D4}" dt="2025-10-08T09:48:03.452" v="3891" actId="113"/>
          <ac:spMkLst>
            <pc:docMk/>
            <pc:sldMk cId="327677986" sldId="258"/>
            <ac:spMk id="17" creationId="{8509BAE0-9E0D-6EB8-CEE7-0A8AA72418F2}"/>
          </ac:spMkLst>
        </pc:spChg>
        <pc:spChg chg="add del mod">
          <ac:chgData name="Matthias Raemaekers" userId="fec6886388aa33ba" providerId="LiveId" clId="{69466FE1-44B0-48D7-8CAD-CBFB959049D4}" dt="2025-11-03T09:46:53.152" v="4875" actId="20577"/>
          <ac:spMkLst>
            <pc:docMk/>
            <pc:sldMk cId="327677986" sldId="258"/>
            <ac:spMk id="19" creationId="{2ECC9FA9-9243-A8A0-23E1-472CCAD53CBB}"/>
          </ac:spMkLst>
        </pc:spChg>
        <pc:spChg chg="mod">
          <ac:chgData name="Matthias Raemaekers" userId="fec6886388aa33ba" providerId="LiveId" clId="{69466FE1-44B0-48D7-8CAD-CBFB959049D4}" dt="2025-11-03T09:12:32.466" v="4870" actId="313"/>
          <ac:spMkLst>
            <pc:docMk/>
            <pc:sldMk cId="327677986" sldId="258"/>
            <ac:spMk id="20" creationId="{FFBB8D0D-16EB-20C8-1E42-5C06284101D4}"/>
          </ac:spMkLst>
        </pc:spChg>
        <pc:spChg chg="add mod">
          <ac:chgData name="Matthias Raemaekers" userId="fec6886388aa33ba" providerId="LiveId" clId="{69466FE1-44B0-48D7-8CAD-CBFB959049D4}" dt="2025-10-08T10:04:16.233" v="4139" actId="1036"/>
          <ac:spMkLst>
            <pc:docMk/>
            <pc:sldMk cId="327677986" sldId="258"/>
            <ac:spMk id="24" creationId="{5700038A-9EB4-B27E-3C60-AE0EABD4F21D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27" creationId="{33633B69-DB94-A013-0CFB-FD66CA8428B9}"/>
          </ac:spMkLst>
        </pc:spChg>
        <pc:spChg chg="add mod">
          <ac:chgData name="Matthias Raemaekers" userId="fec6886388aa33ba" providerId="LiveId" clId="{69466FE1-44B0-48D7-8CAD-CBFB959049D4}" dt="2025-10-08T10:04:16.233" v="4139" actId="1036"/>
          <ac:spMkLst>
            <pc:docMk/>
            <pc:sldMk cId="327677986" sldId="258"/>
            <ac:spMk id="28" creationId="{1A52F015-7C37-A6CF-FDA1-C2F6FDD0F4D4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30" creationId="{F315DF5F-3CB2-481D-C602-2AA4C1DEBD76}"/>
          </ac:spMkLst>
        </pc:spChg>
        <pc:spChg chg="add mod">
          <ac:chgData name="Matthias Raemaekers" userId="fec6886388aa33ba" providerId="LiveId" clId="{69466FE1-44B0-48D7-8CAD-CBFB959049D4}" dt="2025-10-09T22:11:29.467" v="4763" actId="1037"/>
          <ac:spMkLst>
            <pc:docMk/>
            <pc:sldMk cId="327677986" sldId="258"/>
            <ac:spMk id="33" creationId="{C68398A9-3491-66F9-1490-19EB48F6B837}"/>
          </ac:spMkLst>
        </pc:spChg>
        <pc:spChg chg="add mod">
          <ac:chgData name="Matthias Raemaekers" userId="fec6886388aa33ba" providerId="LiveId" clId="{69466FE1-44B0-48D7-8CAD-CBFB959049D4}" dt="2025-10-09T22:11:24.634" v="4760" actId="1037"/>
          <ac:spMkLst>
            <pc:docMk/>
            <pc:sldMk cId="327677986" sldId="258"/>
            <ac:spMk id="35" creationId="{96A648FA-00DA-6880-1057-CD4E9E4FF288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36" creationId="{F82AFFFB-82AB-BC46-87B8-EBB3CF4DA378}"/>
          </ac:spMkLst>
        </pc:spChg>
        <pc:spChg chg="add mod">
          <ac:chgData name="Matthias Raemaekers" userId="fec6886388aa33ba" providerId="LiveId" clId="{69466FE1-44B0-48D7-8CAD-CBFB959049D4}" dt="2025-10-08T10:06:07.797" v="4245" actId="1037"/>
          <ac:spMkLst>
            <pc:docMk/>
            <pc:sldMk cId="327677986" sldId="258"/>
            <ac:spMk id="38" creationId="{7F74FF73-18BA-87D5-FCA5-5B9C5EB1231C}"/>
          </ac:spMkLst>
        </pc:spChg>
        <pc:spChg chg="add mod">
          <ac:chgData name="Matthias Raemaekers" userId="fec6886388aa33ba" providerId="LiveId" clId="{69466FE1-44B0-48D7-8CAD-CBFB959049D4}" dt="2025-10-09T22:11:35.853" v="4767" actId="1038"/>
          <ac:spMkLst>
            <pc:docMk/>
            <pc:sldMk cId="327677986" sldId="258"/>
            <ac:spMk id="39" creationId="{3BDE7838-2335-C458-E76B-97DE150FD37E}"/>
          </ac:spMkLst>
        </pc:spChg>
        <pc:spChg chg="add mod">
          <ac:chgData name="Matthias Raemaekers" userId="fec6886388aa33ba" providerId="LiveId" clId="{69466FE1-44B0-48D7-8CAD-CBFB959049D4}" dt="2025-10-09T22:11:40.476" v="4772" actId="1038"/>
          <ac:spMkLst>
            <pc:docMk/>
            <pc:sldMk cId="327677986" sldId="258"/>
            <ac:spMk id="40" creationId="{2BDD84CE-2180-6D4D-3EF3-086765D4DC8F}"/>
          </ac:spMkLst>
        </pc:spChg>
        <pc:spChg chg="add mod">
          <ac:chgData name="Matthias Raemaekers" userId="fec6886388aa33ba" providerId="LiveId" clId="{69466FE1-44B0-48D7-8CAD-CBFB959049D4}" dt="2025-10-30T12:33:05.167" v="4796" actId="1036"/>
          <ac:spMkLst>
            <pc:docMk/>
            <pc:sldMk cId="327677986" sldId="258"/>
            <ac:spMk id="41" creationId="{62DB4C0D-7D35-0945-291C-ADD92CB09A16}"/>
          </ac:spMkLst>
        </pc:spChg>
        <pc:spChg chg="add mod">
          <ac:chgData name="Matthias Raemaekers" userId="fec6886388aa33ba" providerId="LiveId" clId="{69466FE1-44B0-48D7-8CAD-CBFB959049D4}" dt="2025-10-08T09:57:36.509" v="4044" actId="1076"/>
          <ac:spMkLst>
            <pc:docMk/>
            <pc:sldMk cId="327677986" sldId="258"/>
            <ac:spMk id="42" creationId="{9ECD6F63-AA84-A422-8BB6-7CDB9F47E394}"/>
          </ac:spMkLst>
        </pc:spChg>
        <pc:spChg chg="add mod">
          <ac:chgData name="Matthias Raemaekers" userId="fec6886388aa33ba" providerId="LiveId" clId="{69466FE1-44B0-48D7-8CAD-CBFB959049D4}" dt="2025-10-08T09:57:44.253" v="4045" actId="1076"/>
          <ac:spMkLst>
            <pc:docMk/>
            <pc:sldMk cId="327677986" sldId="258"/>
            <ac:spMk id="43" creationId="{E3DD384B-3428-0723-CF8F-25432FA0B436}"/>
          </ac:spMkLst>
        </pc:spChg>
        <pc:spChg chg="add mod">
          <ac:chgData name="Matthias Raemaekers" userId="fec6886388aa33ba" providerId="LiveId" clId="{69466FE1-44B0-48D7-8CAD-CBFB959049D4}" dt="2025-10-30T12:33:10.279" v="4797" actId="1036"/>
          <ac:spMkLst>
            <pc:docMk/>
            <pc:sldMk cId="327677986" sldId="258"/>
            <ac:spMk id="44" creationId="{B19BD1D7-BA97-666A-5E6A-CFE01236EDF7}"/>
          </ac:spMkLst>
        </pc:spChg>
        <pc:spChg chg="add mod">
          <ac:chgData name="Matthias Raemaekers" userId="fec6886388aa33ba" providerId="LiveId" clId="{69466FE1-44B0-48D7-8CAD-CBFB959049D4}" dt="2025-10-30T12:33:10.279" v="4797" actId="1036"/>
          <ac:spMkLst>
            <pc:docMk/>
            <pc:sldMk cId="327677986" sldId="258"/>
            <ac:spMk id="45" creationId="{65BCCEEF-456C-1EAA-DE4F-4E8C5F002757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50" creationId="{B744B480-1B10-2009-01EE-606010193627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51" creationId="{D83ADE2A-F051-CBD0-7345-D31BBC850B08}"/>
          </ac:spMkLst>
        </pc:spChg>
        <pc:spChg chg="add mod">
          <ac:chgData name="Matthias Raemaekers" userId="fec6886388aa33ba" providerId="LiveId" clId="{69466FE1-44B0-48D7-8CAD-CBFB959049D4}" dt="2025-10-08T10:06:20.029" v="4258" actId="1036"/>
          <ac:spMkLst>
            <pc:docMk/>
            <pc:sldMk cId="327677986" sldId="258"/>
            <ac:spMk id="52" creationId="{1C56619C-E0E9-F944-0F0E-9EC6B0D1C144}"/>
          </ac:spMkLst>
        </pc:spChg>
        <pc:spChg chg="add mod">
          <ac:chgData name="Matthias Raemaekers" userId="fec6886388aa33ba" providerId="LiveId" clId="{69466FE1-44B0-48D7-8CAD-CBFB959049D4}" dt="2025-10-08T10:15:25.658" v="4520" actId="1038"/>
          <ac:spMkLst>
            <pc:docMk/>
            <pc:sldMk cId="327677986" sldId="258"/>
            <ac:spMk id="55" creationId="{E46CD3FB-F71A-6F83-0750-5E02B175B2AB}"/>
          </ac:spMkLst>
        </pc:spChg>
        <pc:spChg chg="add mod">
          <ac:chgData name="Matthias Raemaekers" userId="fec6886388aa33ba" providerId="LiveId" clId="{69466FE1-44B0-48D7-8CAD-CBFB959049D4}" dt="2025-10-09T22:08:53.575" v="4747" actId="1076"/>
          <ac:spMkLst>
            <pc:docMk/>
            <pc:sldMk cId="327677986" sldId="258"/>
            <ac:spMk id="56" creationId="{03693B79-7865-5326-6263-2B7436455F46}"/>
          </ac:spMkLst>
        </pc:spChg>
        <pc:spChg chg="add mod">
          <ac:chgData name="Matthias Raemaekers" userId="fec6886388aa33ba" providerId="LiveId" clId="{69466FE1-44B0-48D7-8CAD-CBFB959049D4}" dt="2025-10-09T22:09:04.568" v="4748" actId="1076"/>
          <ac:spMkLst>
            <pc:docMk/>
            <pc:sldMk cId="327677986" sldId="258"/>
            <ac:spMk id="57" creationId="{81CFE4D0-63D9-3D6A-DF43-46447C060A8E}"/>
          </ac:spMkLst>
        </pc:spChg>
        <pc:spChg chg="add mod">
          <ac:chgData name="Matthias Raemaekers" userId="fec6886388aa33ba" providerId="LiveId" clId="{69466FE1-44B0-48D7-8CAD-CBFB959049D4}" dt="2025-10-09T22:08:25.394" v="4693" actId="1038"/>
          <ac:spMkLst>
            <pc:docMk/>
            <pc:sldMk cId="327677986" sldId="258"/>
            <ac:spMk id="58" creationId="{D520653A-1876-9B91-F5AC-FECA91256AB7}"/>
          </ac:spMkLst>
        </pc:spChg>
        <pc:picChg chg="add mod">
          <ac:chgData name="Matthias Raemaekers" userId="fec6886388aa33ba" providerId="LiveId" clId="{69466FE1-44B0-48D7-8CAD-CBFB959049D4}" dt="2025-10-08T10:15:25.658" v="4520" actId="1038"/>
          <ac:picMkLst>
            <pc:docMk/>
            <pc:sldMk cId="327677986" sldId="258"/>
            <ac:picMk id="8" creationId="{2CF3C95E-9939-388B-C3A0-D45206C6A4C2}"/>
          </ac:picMkLst>
        </pc:picChg>
        <pc:picChg chg="add mod">
          <ac:chgData name="Matthias Raemaekers" userId="fec6886388aa33ba" providerId="LiveId" clId="{69466FE1-44B0-48D7-8CAD-CBFB959049D4}" dt="2025-10-08T10:15:25.658" v="4520" actId="1038"/>
          <ac:picMkLst>
            <pc:docMk/>
            <pc:sldMk cId="327677986" sldId="258"/>
            <ac:picMk id="13" creationId="{B20AFF7A-B5FC-0722-A528-4FA46840001F}"/>
          </ac:picMkLst>
        </pc:picChg>
        <pc:picChg chg="add mod">
          <ac:chgData name="Matthias Raemaekers" userId="fec6886388aa33ba" providerId="LiveId" clId="{69466FE1-44B0-48D7-8CAD-CBFB959049D4}" dt="2025-11-03T08:32:49.921" v="4864" actId="1076"/>
          <ac:picMkLst>
            <pc:docMk/>
            <pc:sldMk cId="327677986" sldId="258"/>
            <ac:picMk id="14" creationId="{B8DF472B-C94E-CA90-A5AD-76CE314D602E}"/>
          </ac:picMkLst>
        </pc:picChg>
        <pc:picChg chg="mod">
          <ac:chgData name="Matthias Raemaekers" userId="fec6886388aa33ba" providerId="LiveId" clId="{69466FE1-44B0-48D7-8CAD-CBFB959049D4}" dt="2025-10-07T20:56:20.831" v="2079" actId="1038"/>
          <ac:picMkLst>
            <pc:docMk/>
            <pc:sldMk cId="327677986" sldId="258"/>
            <ac:picMk id="16" creationId="{4C974969-EA1D-2162-2B21-AF003B8C0220}"/>
          </ac:picMkLst>
        </pc:picChg>
        <pc:picChg chg="add mod modCrop">
          <ac:chgData name="Matthias Raemaekers" userId="fec6886388aa33ba" providerId="LiveId" clId="{69466FE1-44B0-48D7-8CAD-CBFB959049D4}" dt="2025-10-08T09:57:36.509" v="4044" actId="1076"/>
          <ac:picMkLst>
            <pc:docMk/>
            <pc:sldMk cId="327677986" sldId="258"/>
            <ac:picMk id="18" creationId="{2DBB8D71-2C98-E9CB-CA87-D07D9DA48E06}"/>
          </ac:picMkLst>
        </pc:picChg>
        <pc:picChg chg="add mod modCrop">
          <ac:chgData name="Matthias Raemaekers" userId="fec6886388aa33ba" providerId="LiveId" clId="{69466FE1-44B0-48D7-8CAD-CBFB959049D4}" dt="2025-10-09T22:08:25.394" v="4693" actId="1038"/>
          <ac:picMkLst>
            <pc:docMk/>
            <pc:sldMk cId="327677986" sldId="258"/>
            <ac:picMk id="22" creationId="{02318470-4A45-BC8E-F961-6F4A91F9FA11}"/>
          </ac:picMkLst>
        </pc:picChg>
        <pc:picChg chg="add mod modCrop">
          <ac:chgData name="Matthias Raemaekers" userId="fec6886388aa33ba" providerId="LiveId" clId="{69466FE1-44B0-48D7-8CAD-CBFB959049D4}" dt="2025-10-08T09:58:50.002" v="4051" actId="1076"/>
          <ac:picMkLst>
            <pc:docMk/>
            <pc:sldMk cId="327677986" sldId="258"/>
            <ac:picMk id="25" creationId="{6D9F19C6-AE7F-CC06-023F-A79605AE2132}"/>
          </ac:picMkLst>
        </pc:picChg>
        <pc:picChg chg="add mod modCrop">
          <ac:chgData name="Matthias Raemaekers" userId="fec6886388aa33ba" providerId="LiveId" clId="{69466FE1-44B0-48D7-8CAD-CBFB959049D4}" dt="2025-10-08T22:49:37.480" v="4555" actId="1036"/>
          <ac:picMkLst>
            <pc:docMk/>
            <pc:sldMk cId="327677986" sldId="258"/>
            <ac:picMk id="32" creationId="{17518077-7510-4406-0464-DA7E0BA7464F}"/>
          </ac:picMkLst>
        </pc:picChg>
        <pc:picChg chg="add mod modCrop">
          <ac:chgData name="Matthias Raemaekers" userId="fec6886388aa33ba" providerId="LiveId" clId="{69466FE1-44B0-48D7-8CAD-CBFB959049D4}" dt="2025-10-08T22:49:37.480" v="4555" actId="1036"/>
          <ac:picMkLst>
            <pc:docMk/>
            <pc:sldMk cId="327677986" sldId="258"/>
            <ac:picMk id="48" creationId="{AD9BE0E8-59FF-7160-E15F-1CBC62361489}"/>
          </ac:picMkLst>
        </pc:picChg>
        <pc:picChg chg="add mod modCrop">
          <ac:chgData name="Matthias Raemaekers" userId="fec6886388aa33ba" providerId="LiveId" clId="{69466FE1-44B0-48D7-8CAD-CBFB959049D4}" dt="2025-10-09T22:08:33.896" v="4746" actId="1037"/>
          <ac:picMkLst>
            <pc:docMk/>
            <pc:sldMk cId="327677986" sldId="258"/>
            <ac:picMk id="54" creationId="{A1775115-9F0D-8246-FFB5-1D116B24C182}"/>
          </ac:picMkLst>
        </pc:picChg>
        <pc:picChg chg="add del mod modCrop">
          <ac:chgData name="Matthias Raemaekers" userId="fec6886388aa33ba" providerId="LiveId" clId="{69466FE1-44B0-48D7-8CAD-CBFB959049D4}" dt="2025-11-03T08:30:33.948" v="4855" actId="478"/>
          <ac:picMkLst>
            <pc:docMk/>
            <pc:sldMk cId="327677986" sldId="258"/>
            <ac:picMk id="60" creationId="{2B9990A4-6B88-14B2-CC88-AD813D638A19}"/>
          </ac:picMkLst>
        </pc:picChg>
        <pc:picChg chg="add mod modCrop">
          <ac:chgData name="Matthias Raemaekers" userId="fec6886388aa33ba" providerId="LiveId" clId="{69466FE1-44B0-48D7-8CAD-CBFB959049D4}" dt="2025-10-08T22:50:40.895" v="4575" actId="14100"/>
          <ac:picMkLst>
            <pc:docMk/>
            <pc:sldMk cId="327677986" sldId="258"/>
            <ac:picMk id="62" creationId="{1D548D87-1597-98B8-475B-B00B7AC1A8DC}"/>
          </ac:picMkLst>
        </pc:picChg>
        <pc:picChg chg="mod">
          <ac:chgData name="Matthias Raemaekers" userId="fec6886388aa33ba" providerId="LiveId" clId="{69466FE1-44B0-48D7-8CAD-CBFB959049D4}" dt="2025-10-07T20:56:20.831" v="2079" actId="1038"/>
          <ac:picMkLst>
            <pc:docMk/>
            <pc:sldMk cId="327677986" sldId="258"/>
            <ac:picMk id="277" creationId="{8BF0A078-8F51-22D3-01C8-8B7BF060097D}"/>
          </ac:picMkLst>
        </pc:picChg>
        <pc:picChg chg="mod">
          <ac:chgData name="Matthias Raemaekers" userId="fec6886388aa33ba" providerId="LiveId" clId="{69466FE1-44B0-48D7-8CAD-CBFB959049D4}" dt="2025-10-08T18:45:22.113" v="4541" actId="1076"/>
          <ac:picMkLst>
            <pc:docMk/>
            <pc:sldMk cId="327677986" sldId="258"/>
            <ac:picMk id="305" creationId="{903F0172-9F4E-B0DC-2DB3-6D950341E3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26529-FE8A-415B-BBEA-D1D672628CC2}" type="datetimeFigureOut">
              <a:rPr lang="nl-BE" smtClean="0"/>
              <a:t>3/11/2025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67F42-8693-4E43-A742-F375F5EDAB0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831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67F42-8693-4E43-A742-F375F5EDAB0F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489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- 1 facul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9600" y="5163528"/>
            <a:ext cx="27919313" cy="2713264"/>
          </a:xfrm>
        </p:spPr>
        <p:txBody>
          <a:bodyPr anchor="t" anchorCtr="0">
            <a:normAutofit/>
          </a:bodyPr>
          <a:lstStyle>
            <a:lvl1pPr algn="l">
              <a:lnSpc>
                <a:spcPts val="10490"/>
              </a:lnSpc>
              <a:defRPr sz="10000" u="sng" cap="all" baseline="0">
                <a:solidFill>
                  <a:srgbClr val="1E64C8"/>
                </a:solidFill>
                <a:uFill>
                  <a:solidFill>
                    <a:srgbClr val="1E64C8"/>
                  </a:solidFill>
                </a:uFill>
                <a:latin typeface="+mj-lt"/>
              </a:defRPr>
            </a:lvl1pPr>
          </a:lstStyle>
          <a:p>
            <a:r>
              <a:rPr lang="en-GB" noProof="0"/>
              <a:t>click to add title </a:t>
            </a:r>
            <a:r>
              <a:rPr lang="en-GB" noProof="0" dirty="0"/>
              <a:t>(max. </a:t>
            </a:r>
            <a:r>
              <a:rPr lang="en-GB" noProof="0"/>
              <a:t>2 lines</a:t>
            </a:r>
            <a:r>
              <a:rPr lang="en-GB" noProof="0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79600" y="2602700"/>
            <a:ext cx="27919313" cy="1023150"/>
          </a:xfrm>
          <a:prstGeom prst="rect">
            <a:avLst/>
          </a:prstGeom>
        </p:spPr>
        <p:txBody>
          <a:bodyPr numCol="1" anchor="b" anchorCtr="0">
            <a:normAutofit/>
          </a:bodyPr>
          <a:lstStyle>
            <a:lvl1pPr marL="0" indent="0" algn="l">
              <a:lnSpc>
                <a:spcPts val="5960"/>
              </a:lnSpc>
              <a:buNone/>
              <a:defRPr sz="5000" b="0" u="none" cap="all" baseline="0">
                <a:solidFill>
                  <a:srgbClr val="1E64C8"/>
                </a:solidFill>
                <a:uFill>
                  <a:solidFill>
                    <a:srgbClr val="1E64C8"/>
                  </a:solidFill>
                </a:uFill>
                <a:latin typeface="UGent Panno Text Medium" panose="02000606040000040003" pitchFamily="2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 noProof="0"/>
              <a:t>click to add research group</a:t>
            </a:r>
            <a:endParaRPr lang="en-GB" noProof="0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 hasCustomPrompt="1"/>
          </p:nvPr>
        </p:nvSpPr>
        <p:spPr>
          <a:xfrm>
            <a:off x="1479600" y="3836305"/>
            <a:ext cx="27919313" cy="1165508"/>
          </a:xfrm>
          <a:prstGeom prst="rect">
            <a:avLst/>
          </a:prstGeom>
        </p:spPr>
        <p:txBody>
          <a:bodyPr numCol="1">
            <a:normAutofit/>
          </a:bodyPr>
          <a:lstStyle>
            <a:lvl1pPr marL="0" indent="0">
              <a:lnSpc>
                <a:spcPts val="4470"/>
              </a:lnSpc>
              <a:buNone/>
              <a:defRPr sz="5000">
                <a:solidFill>
                  <a:schemeClr val="tx1"/>
                </a:solidFill>
                <a:latin typeface="UGent Panno Text SemiBold" panose="02000706040000040003" pitchFamily="2" charset="0"/>
              </a:defRPr>
            </a:lvl1pPr>
          </a:lstStyle>
          <a:p>
            <a:pPr lvl="0"/>
            <a:r>
              <a:rPr lang="en-GB" noProof="0"/>
              <a:t>Click to add authors</a:t>
            </a:r>
            <a:endParaRPr lang="en-GB" noProof="0" dirty="0"/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11300" y="8553600"/>
            <a:ext cx="27887613" cy="304272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 noProof="0"/>
              <a:t>Click to edit Master text styles</a:t>
            </a:r>
            <a:endParaRPr lang="en-GB" noProof="0" dirty="0"/>
          </a:p>
          <a:p>
            <a:pPr lvl="1"/>
            <a:r>
              <a:rPr lang="en-GB" noProof="0"/>
              <a:t>Second level</a:t>
            </a:r>
            <a:endParaRPr lang="en-GB" noProof="0" dirty="0"/>
          </a:p>
          <a:p>
            <a:pPr lvl="2"/>
            <a:r>
              <a:rPr lang="en-GB" noProof="0"/>
              <a:t>Third level</a:t>
            </a:r>
            <a:endParaRPr lang="en-GB" noProof="0" dirty="0"/>
          </a:p>
          <a:p>
            <a:pPr lvl="3"/>
            <a:r>
              <a:rPr lang="en-GB" noProof="0"/>
              <a:t>Fourth level</a:t>
            </a:r>
            <a:endParaRPr lang="en-GB" noProof="0" dirty="0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6" hasCustomPrompt="1"/>
          </p:nvPr>
        </p:nvSpPr>
        <p:spPr>
          <a:xfrm>
            <a:off x="20793075" y="34509075"/>
            <a:ext cx="8348925" cy="4190925"/>
          </a:xfrm>
          <a:prstGeom prst="rect">
            <a:avLst/>
          </a:prstGeom>
          <a:solidFill>
            <a:srgbClr val="1E64C8"/>
          </a:solidFill>
        </p:spPr>
        <p:txBody>
          <a:bodyPr tIns="46800" bIns="46800" numCol="1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tabLst>
                <a:tab pos="812800" algn="l"/>
              </a:tabLst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om contact en e-mail in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voegen</a:t>
            </a:r>
            <a:endParaRPr lang="en-GB" noProof="0" dirty="0"/>
          </a:p>
        </p:txBody>
      </p:sp>
      <p:sp>
        <p:nvSpPr>
          <p:cNvPr id="7" name="Tijdelijke aanduiding voor afbeelding 5"/>
          <p:cNvSpPr>
            <a:spLocks noGrp="1"/>
          </p:cNvSpPr>
          <p:nvPr>
            <p:ph type="pic" sz="quarter" idx="17" hasCustomPrompt="1"/>
          </p:nvPr>
        </p:nvSpPr>
        <p:spPr>
          <a:xfrm>
            <a:off x="1518848" y="11350171"/>
            <a:ext cx="18255600" cy="9270000"/>
          </a:xfrm>
          <a:prstGeom prst="rect">
            <a:avLst/>
          </a:prstGeom>
        </p:spPr>
        <p:txBody>
          <a:bodyPr numCol="1"/>
          <a:lstStyle>
            <a:lvl1pPr algn="ctr">
              <a:lnSpc>
                <a:spcPct val="100000"/>
              </a:lnSpc>
              <a:defRPr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icon below to insert picture. </a:t>
            </a:r>
            <a:br>
              <a:rPr lang="en-GB" noProof="0" dirty="0"/>
            </a:br>
            <a:r>
              <a:rPr lang="en-GB" noProof="0" dirty="0"/>
              <a:t>Move picture to desired position and type white lines behind picture box.</a:t>
            </a:r>
            <a:br>
              <a:rPr lang="en-GB" noProof="0" dirty="0"/>
            </a:br>
            <a:r>
              <a:rPr lang="en-GB" noProof="0" dirty="0"/>
              <a:t>By using function 'Crop' you can change size and offset of the inserted picture inside the window.</a:t>
            </a:r>
          </a:p>
        </p:txBody>
      </p:sp>
      <p:sp>
        <p:nvSpPr>
          <p:cNvPr id="9" name="Tijdelijke aanduiding voor afbeelding 5"/>
          <p:cNvSpPr>
            <a:spLocks noGrp="1"/>
          </p:cNvSpPr>
          <p:nvPr>
            <p:ph type="pic" sz="quarter" idx="18" hasCustomPrompt="1"/>
          </p:nvPr>
        </p:nvSpPr>
        <p:spPr>
          <a:xfrm>
            <a:off x="11073600" y="25200000"/>
            <a:ext cx="8730000" cy="9090000"/>
          </a:xfrm>
          <a:prstGeom prst="rect">
            <a:avLst/>
          </a:prstGeom>
        </p:spPr>
        <p:txBody>
          <a:bodyPr numCol="1"/>
          <a:lstStyle>
            <a:lvl1pPr algn="ctr">
              <a:lnSpc>
                <a:spcPct val="100000"/>
              </a:lnSpc>
              <a:defRPr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icon below to insert picture. </a:t>
            </a:r>
            <a:br>
              <a:rPr lang="en-GB" noProof="0" dirty="0"/>
            </a:br>
            <a:r>
              <a:rPr lang="en-GB" noProof="0" dirty="0"/>
              <a:t>Move picture to desired position and type white lines behind picture box.</a:t>
            </a:r>
            <a:br>
              <a:rPr lang="en-GB" noProof="0" dirty="0"/>
            </a:br>
            <a:r>
              <a:rPr lang="en-GB" noProof="0" dirty="0"/>
              <a:t>By using function 'Crop' you can change size and offset of the inserted picture inside the window.</a:t>
            </a:r>
          </a:p>
        </p:txBody>
      </p:sp>
    </p:spTree>
    <p:extLst>
      <p:ext uri="{BB962C8B-B14F-4D97-AF65-F5344CB8AC3E}">
        <p14:creationId xmlns:p14="http://schemas.microsoft.com/office/powerpoint/2010/main" val="123971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/>
          <p:cNvSpPr/>
          <p:nvPr/>
        </p:nvSpPr>
        <p:spPr>
          <a:xfrm>
            <a:off x="759968" y="2225040"/>
            <a:ext cx="29520000" cy="37512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noProof="0" dirty="0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9600" y="5186746"/>
            <a:ext cx="28004399" cy="259788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 noProof="0"/>
              <a:t>click to add title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000" y="8553449"/>
            <a:ext cx="28014843" cy="30427349"/>
          </a:xfrm>
          <a:custGeom>
            <a:avLst/>
            <a:gdLst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8008000 w 28008000"/>
              <a:gd name="connsiteY2" fmla="*/ 32159600 h 32159600"/>
              <a:gd name="connsiteX3" fmla="*/ 0 w 28008000"/>
              <a:gd name="connsiteY3" fmla="*/ 32159600 h 32159600"/>
              <a:gd name="connsiteX4" fmla="*/ 0 w 28008000"/>
              <a:gd name="connsiteY4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28008000 w 28008000"/>
              <a:gd name="connsiteY3" fmla="*/ 32159600 h 32159600"/>
              <a:gd name="connsiteX4" fmla="*/ 0 w 28008000"/>
              <a:gd name="connsiteY4" fmla="*/ 32159600 h 32159600"/>
              <a:gd name="connsiteX5" fmla="*/ 0 w 28008000"/>
              <a:gd name="connsiteY5" fmla="*/ 0 h 32159600"/>
              <a:gd name="connsiteX0" fmla="*/ 0 w 28008000"/>
              <a:gd name="connsiteY0" fmla="*/ 0 h 32163508"/>
              <a:gd name="connsiteX1" fmla="*/ 28008000 w 28008000"/>
              <a:gd name="connsiteY1" fmla="*/ 0 h 32163508"/>
              <a:gd name="connsiteX2" fmla="*/ 27994985 w 28008000"/>
              <a:gd name="connsiteY2" fmla="*/ 28013538 h 32163508"/>
              <a:gd name="connsiteX3" fmla="*/ 28008000 w 28008000"/>
              <a:gd name="connsiteY3" fmla="*/ 32159600 h 32163508"/>
              <a:gd name="connsiteX4" fmla="*/ 18850985 w 28008000"/>
              <a:gd name="connsiteY4" fmla="*/ 32163508 h 32163508"/>
              <a:gd name="connsiteX5" fmla="*/ 0 w 28008000"/>
              <a:gd name="connsiteY5" fmla="*/ 32159600 h 32163508"/>
              <a:gd name="connsiteX6" fmla="*/ 0 w 28008000"/>
              <a:gd name="connsiteY6" fmla="*/ 0 h 32163508"/>
              <a:gd name="connsiteX0" fmla="*/ 0 w 28008000"/>
              <a:gd name="connsiteY0" fmla="*/ 0 h 32163508"/>
              <a:gd name="connsiteX1" fmla="*/ 28008000 w 28008000"/>
              <a:gd name="connsiteY1" fmla="*/ 0 h 32163508"/>
              <a:gd name="connsiteX2" fmla="*/ 27994985 w 28008000"/>
              <a:gd name="connsiteY2" fmla="*/ 28013538 h 32163508"/>
              <a:gd name="connsiteX3" fmla="*/ 18934338 w 28008000"/>
              <a:gd name="connsiteY3" fmla="*/ 28115139 h 32163508"/>
              <a:gd name="connsiteX4" fmla="*/ 18850985 w 28008000"/>
              <a:gd name="connsiteY4" fmla="*/ 32163508 h 32163508"/>
              <a:gd name="connsiteX5" fmla="*/ 0 w 28008000"/>
              <a:gd name="connsiteY5" fmla="*/ 32159600 h 32163508"/>
              <a:gd name="connsiteX6" fmla="*/ 0 w 28008000"/>
              <a:gd name="connsiteY6" fmla="*/ 0 h 32163508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8115139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8115139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8115139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8115139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8009632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08000"/>
              <a:gd name="connsiteY0" fmla="*/ 0 h 32159600"/>
              <a:gd name="connsiteX1" fmla="*/ 28008000 w 28008000"/>
              <a:gd name="connsiteY1" fmla="*/ 0 h 32159600"/>
              <a:gd name="connsiteX2" fmla="*/ 27994985 w 28008000"/>
              <a:gd name="connsiteY2" fmla="*/ 28013538 h 32159600"/>
              <a:gd name="connsiteX3" fmla="*/ 18934338 w 28008000"/>
              <a:gd name="connsiteY3" fmla="*/ 27597035 h 32159600"/>
              <a:gd name="connsiteX4" fmla="*/ 18921322 w 28008000"/>
              <a:gd name="connsiteY4" fmla="*/ 32128339 h 32159600"/>
              <a:gd name="connsiteX5" fmla="*/ 0 w 28008000"/>
              <a:gd name="connsiteY5" fmla="*/ 32159600 h 32159600"/>
              <a:gd name="connsiteX6" fmla="*/ 0 w 28008000"/>
              <a:gd name="connsiteY6" fmla="*/ 0 h 32159600"/>
              <a:gd name="connsiteX0" fmla="*/ 0 w 28014843"/>
              <a:gd name="connsiteY0" fmla="*/ 0 h 32159600"/>
              <a:gd name="connsiteX1" fmla="*/ 28008000 w 28014843"/>
              <a:gd name="connsiteY1" fmla="*/ 0 h 32159600"/>
              <a:gd name="connsiteX2" fmla="*/ 28014034 w 28014843"/>
              <a:gd name="connsiteY2" fmla="*/ 27563431 h 32159600"/>
              <a:gd name="connsiteX3" fmla="*/ 18934338 w 28014843"/>
              <a:gd name="connsiteY3" fmla="*/ 27597035 h 32159600"/>
              <a:gd name="connsiteX4" fmla="*/ 18921322 w 28014843"/>
              <a:gd name="connsiteY4" fmla="*/ 32128339 h 32159600"/>
              <a:gd name="connsiteX5" fmla="*/ 0 w 28014843"/>
              <a:gd name="connsiteY5" fmla="*/ 32159600 h 32159600"/>
              <a:gd name="connsiteX6" fmla="*/ 0 w 28014843"/>
              <a:gd name="connsiteY6" fmla="*/ 0 h 32159600"/>
              <a:gd name="connsiteX0" fmla="*/ 0 w 28014843"/>
              <a:gd name="connsiteY0" fmla="*/ 0 h 32159600"/>
              <a:gd name="connsiteX1" fmla="*/ 28008000 w 28014843"/>
              <a:gd name="connsiteY1" fmla="*/ 0 h 32159600"/>
              <a:gd name="connsiteX2" fmla="*/ 28014034 w 28014843"/>
              <a:gd name="connsiteY2" fmla="*/ 27563431 h 32159600"/>
              <a:gd name="connsiteX3" fmla="*/ 18953388 w 28014843"/>
              <a:gd name="connsiteY3" fmla="*/ 27578281 h 32159600"/>
              <a:gd name="connsiteX4" fmla="*/ 18921322 w 28014843"/>
              <a:gd name="connsiteY4" fmla="*/ 32128339 h 32159600"/>
              <a:gd name="connsiteX5" fmla="*/ 0 w 28014843"/>
              <a:gd name="connsiteY5" fmla="*/ 32159600 h 32159600"/>
              <a:gd name="connsiteX6" fmla="*/ 0 w 28014843"/>
              <a:gd name="connsiteY6" fmla="*/ 0 h 32159600"/>
              <a:gd name="connsiteX0" fmla="*/ 0 w 28014843"/>
              <a:gd name="connsiteY0" fmla="*/ 0 h 32159600"/>
              <a:gd name="connsiteX1" fmla="*/ 28008000 w 28014843"/>
              <a:gd name="connsiteY1" fmla="*/ 0 h 32159600"/>
              <a:gd name="connsiteX2" fmla="*/ 28014034 w 28014843"/>
              <a:gd name="connsiteY2" fmla="*/ 27563431 h 32159600"/>
              <a:gd name="connsiteX3" fmla="*/ 18915288 w 28014843"/>
              <a:gd name="connsiteY3" fmla="*/ 27578281 h 32159600"/>
              <a:gd name="connsiteX4" fmla="*/ 18921322 w 28014843"/>
              <a:gd name="connsiteY4" fmla="*/ 32128339 h 32159600"/>
              <a:gd name="connsiteX5" fmla="*/ 0 w 28014843"/>
              <a:gd name="connsiteY5" fmla="*/ 32159600 h 32159600"/>
              <a:gd name="connsiteX6" fmla="*/ 0 w 28014843"/>
              <a:gd name="connsiteY6" fmla="*/ 0 h 321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14843" h="32159600">
                <a:moveTo>
                  <a:pt x="0" y="0"/>
                </a:moveTo>
                <a:lnTo>
                  <a:pt x="28008000" y="0"/>
                </a:lnTo>
                <a:cubicBezTo>
                  <a:pt x="28003662" y="9337846"/>
                  <a:pt x="28018372" y="18225585"/>
                  <a:pt x="28014034" y="27563431"/>
                </a:cubicBezTo>
                <a:lnTo>
                  <a:pt x="18915288" y="27578281"/>
                </a:lnTo>
                <a:cubicBezTo>
                  <a:pt x="18910949" y="28916014"/>
                  <a:pt x="18925661" y="30790606"/>
                  <a:pt x="18921322" y="32128339"/>
                </a:cubicBezTo>
                <a:lnTo>
                  <a:pt x="0" y="32159600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1440" tIns="0" rIns="91440" bIns="90000" numCol="3" spcCol="720000" rtlCol="0">
            <a:normAutofit/>
          </a:bodyPr>
          <a:lstStyle/>
          <a:p>
            <a:pPr lvl="0"/>
            <a:r>
              <a:rPr lang="nl-NL" noProof="0"/>
              <a:t>Klik om de modelstijlen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en-GB" noProof="0" dirty="0"/>
          </a:p>
        </p:txBody>
      </p:sp>
      <p:pic>
        <p:nvPicPr>
          <p:cNvPr id="8" name="Logo Position" hidden="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" y="39779570"/>
            <a:ext cx="3785624" cy="3026670"/>
          </a:xfrm>
          <a:prstGeom prst="rect">
            <a:avLst/>
          </a:prstGeom>
        </p:spPr>
      </p:pic>
      <p:sp>
        <p:nvSpPr>
          <p:cNvPr id="9" name="Tekstvak 8"/>
          <p:cNvSpPr txBox="1">
            <a:spLocks/>
          </p:cNvSpPr>
          <p:nvPr/>
        </p:nvSpPr>
        <p:spPr>
          <a:xfrm>
            <a:off x="20527200" y="34286400"/>
            <a:ext cx="8989200" cy="4694400"/>
          </a:xfrm>
          <a:prstGeom prst="rect">
            <a:avLst/>
          </a:prstGeom>
          <a:solidFill>
            <a:srgbClr val="1E64C8"/>
          </a:solidFill>
        </p:spPr>
        <p:txBody>
          <a:bodyPr wrap="square" lIns="360000" tIns="360000" rIns="360000" bIns="360000" rtlCol="0">
            <a:noAutofit/>
          </a:bodyPr>
          <a:lstStyle/>
          <a:p>
            <a:pPr defTabSz="3600000">
              <a:lnSpc>
                <a:spcPts val="2800"/>
              </a:lnSpc>
              <a:tabLst>
                <a:tab pos="358775" algn="l"/>
              </a:tabLst>
            </a:pPr>
            <a:r>
              <a:rPr lang="en-GB" sz="3000" noProof="0" dirty="0">
                <a:solidFill>
                  <a:schemeClr val="bg1"/>
                </a:solidFill>
                <a:latin typeface="+mj-lt"/>
              </a:rPr>
              <a:t>	</a:t>
            </a:r>
          </a:p>
        </p:txBody>
      </p:sp>
      <p:sp>
        <p:nvSpPr>
          <p:cNvPr id="6" name="Colophon Position" hidden="1"/>
          <p:cNvSpPr/>
          <p:nvPr/>
        </p:nvSpPr>
        <p:spPr>
          <a:xfrm>
            <a:off x="20426400" y="6803999"/>
            <a:ext cx="9090000" cy="280080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5" name="Subtitle, Authors Position" hidden="1"/>
          <p:cNvSpPr/>
          <p:nvPr/>
        </p:nvSpPr>
        <p:spPr>
          <a:xfrm>
            <a:off x="1512000" y="3384000"/>
            <a:ext cx="28008000" cy="88103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6" name="Title Position" hidden="1"/>
          <p:cNvSpPr/>
          <p:nvPr/>
        </p:nvSpPr>
        <p:spPr>
          <a:xfrm>
            <a:off x="1512000" y="6264000"/>
            <a:ext cx="28008000" cy="24480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7" name="Faculty Logo Position" hidden="1"/>
          <p:cNvSpPr/>
          <p:nvPr/>
        </p:nvSpPr>
        <p:spPr>
          <a:xfrm>
            <a:off x="1512000" y="756000"/>
            <a:ext cx="28008000" cy="7560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95997" cy="223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81323"/>
            <a:ext cx="3783700" cy="30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6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3027487" rtl="0" eaLnBrk="1" latinLnBrk="0" hangingPunct="1">
        <a:lnSpc>
          <a:spcPts val="10490"/>
        </a:lnSpc>
        <a:spcBef>
          <a:spcPct val="0"/>
        </a:spcBef>
        <a:buNone/>
        <a:defRPr sz="10000" u="sng" kern="1200" cap="all" baseline="0">
          <a:solidFill>
            <a:srgbClr val="1E64C8"/>
          </a:solidFill>
          <a:latin typeface="+mj-lt"/>
          <a:ea typeface="+mj-ea"/>
          <a:cs typeface="+mj-cs"/>
        </a:defRPr>
      </a:lvl1pPr>
    </p:titleStyle>
    <p:bodyStyle>
      <a:lvl1pPr marL="0" indent="0" algn="l" defTabSz="302748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3800" b="1" kern="1200">
          <a:solidFill>
            <a:srgbClr val="1E64C8"/>
          </a:solidFill>
          <a:latin typeface="+mj-lt"/>
          <a:ea typeface="+mn-ea"/>
          <a:cs typeface="+mn-cs"/>
        </a:defRPr>
      </a:lvl1pPr>
      <a:lvl2pPr marL="0" indent="0" algn="l" defTabSz="302748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0" indent="0" algn="l" defTabSz="302748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360000" algn="l" defTabSz="3027487" rtl="0" eaLnBrk="1" latinLnBrk="0" hangingPunct="1">
        <a:lnSpc>
          <a:spcPct val="100000"/>
        </a:lnSpc>
        <a:spcBef>
          <a:spcPts val="0"/>
        </a:spcBef>
        <a:buFont typeface="UGent Panno Text SemiBold" panose="02000706040000040003" pitchFamily="2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360000" algn="l" defTabSz="3027487" rtl="0" eaLnBrk="1" latinLnBrk="0" hangingPunct="1">
        <a:lnSpc>
          <a:spcPct val="100000"/>
        </a:lnSpc>
        <a:spcBef>
          <a:spcPts val="0"/>
        </a:spcBef>
        <a:buFont typeface="UGent Panno Text SemiBold" panose="02000706040000040003" pitchFamily="2" charset="0"/>
        <a:buChar char="–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814A-7DE6-2D2C-E8AE-34179846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FBB8D0D-16EB-20C8-1E42-5C0628410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599" y="2312104"/>
            <a:ext cx="27919313" cy="2667410"/>
          </a:xfrm>
        </p:spPr>
        <p:txBody>
          <a:bodyPr>
            <a:noAutofit/>
          </a:bodyPr>
          <a:lstStyle/>
          <a:p>
            <a:r>
              <a:rPr lang="en-GB" sz="8800" b="1" dirty="0"/>
              <a:t>Automating RELATIONAL DERIVATION:</a:t>
            </a:r>
            <a:br>
              <a:rPr lang="en-GB" sz="8800" b="1" dirty="0"/>
            </a:br>
            <a:r>
              <a:rPr lang="en-GB" sz="8800" b="1" dirty="0"/>
              <a:t>tools for visualization and task generation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0B52A81-7609-0D1E-74F2-7394A10A5A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1038" y="5206083"/>
            <a:ext cx="27919313" cy="1145811"/>
          </a:xfrm>
        </p:spPr>
        <p:txBody>
          <a:bodyPr/>
          <a:lstStyle/>
          <a:p>
            <a:r>
              <a:rPr lang="en-GB" dirty="0"/>
              <a:t>Matthias Raemaekers, Martin Finn and Jan De Houwer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42012D43-F969-6DE9-3C9A-39E8F1FAD2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663891" y="34350987"/>
            <a:ext cx="8735022" cy="4140055"/>
          </a:xfrm>
          <a:noFill/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b="1" noProof="0" dirty="0">
                <a:ln>
                  <a:solidFill>
                    <a:schemeClr val="bg1"/>
                  </a:solidFill>
                </a:ln>
              </a:rPr>
              <a:t>Contact</a:t>
            </a:r>
            <a:r>
              <a:rPr lang="en-GB" b="1" dirty="0">
                <a:ln>
                  <a:solidFill>
                    <a:schemeClr val="bg1"/>
                  </a:solidFill>
                </a:ln>
              </a:rPr>
              <a:t>                         	 	</a:t>
            </a:r>
            <a:r>
              <a:rPr lang="en-GB" b="1" noProof="0" dirty="0">
                <a:ln>
                  <a:solidFill>
                    <a:schemeClr val="bg1"/>
                  </a:solidFill>
                </a:ln>
              </a:rPr>
              <a:t>OSF Project</a:t>
            </a:r>
          </a:p>
          <a:p>
            <a:pPr>
              <a:lnSpc>
                <a:spcPct val="150000"/>
              </a:lnSpc>
            </a:pPr>
            <a:r>
              <a:rPr lang="en-GB" dirty="0">
                <a:ln>
                  <a:solidFill>
                    <a:schemeClr val="bg1"/>
                  </a:solidFill>
                </a:ln>
              </a:rPr>
              <a:t>m</a:t>
            </a:r>
            <a:r>
              <a:rPr lang="en-GB" noProof="0" dirty="0">
                <a:ln>
                  <a:solidFill>
                    <a:schemeClr val="bg1"/>
                  </a:solidFill>
                </a:ln>
              </a:rPr>
              <a:t>atthias.raemaekers@ugent.be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n>
                  <a:solidFill>
                    <a:schemeClr val="bg1"/>
                  </a:solidFill>
                </a:ln>
              </a:rPr>
              <a:t>	@liplab.bsky.social</a:t>
            </a:r>
            <a:endParaRPr lang="en-GB" noProof="0" dirty="0">
              <a:ln>
                <a:solidFill>
                  <a:schemeClr val="bg1"/>
                </a:solidFill>
              </a:ln>
            </a:endParaRPr>
          </a:p>
          <a:p>
            <a:pPr>
              <a:lnSpc>
                <a:spcPct val="200000"/>
              </a:lnSpc>
            </a:pPr>
            <a:r>
              <a:rPr lang="en-GB" noProof="0" dirty="0">
                <a:ln>
                  <a:solidFill>
                    <a:schemeClr val="bg1"/>
                  </a:solidFill>
                </a:ln>
              </a:rPr>
              <a:t>	Matthias Raemaekers</a:t>
            </a:r>
          </a:p>
        </p:txBody>
      </p:sp>
      <p:pic>
        <p:nvPicPr>
          <p:cNvPr id="5" name="Tijdelijke aanduiding voor afbeelding 4" descr="Afbeelding met tekst, Lettertype, schermopname, Graphics&#10;&#10;Automatisch gegenereerde beschrijving">
            <a:extLst>
              <a:ext uri="{FF2B5EF4-FFF2-40B4-BE49-F238E27FC236}">
                <a16:creationId xmlns:a16="http://schemas.microsoft.com/office/drawing/2014/main" id="{DA98400E-37EB-D15D-E31A-70B0096AEE5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8" r="9828"/>
          <a:stretch>
            <a:fillRect/>
          </a:stretch>
        </p:blipFill>
        <p:spPr>
          <a:xfrm>
            <a:off x="6371626" y="39944701"/>
            <a:ext cx="5726590" cy="2859062"/>
          </a:xfrm>
          <a:solidFill>
            <a:schemeClr val="bg1">
              <a:lumMod val="85000"/>
              <a:alpha val="99000"/>
            </a:schemeClr>
          </a:solidFill>
        </p:spPr>
      </p:pic>
      <p:pic>
        <p:nvPicPr>
          <p:cNvPr id="7" name="Tijdelijke aanduiding voor afbeelding 6" descr="Afbeelding met tekst, Lettertype, Graphics, ontwerp&#10;&#10;Automatisch gegenereerde beschrijving">
            <a:extLst>
              <a:ext uri="{FF2B5EF4-FFF2-40B4-BE49-F238E27FC236}">
                <a16:creationId xmlns:a16="http://schemas.microsoft.com/office/drawing/2014/main" id="{F245CA51-155F-374A-1749-A87CD8A0E31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" r="1155"/>
          <a:stretch>
            <a:fillRect/>
          </a:stretch>
        </p:blipFill>
        <p:spPr>
          <a:xfrm>
            <a:off x="3263697" y="40022585"/>
            <a:ext cx="2350483" cy="2406040"/>
          </a:xfrm>
          <a:solidFill>
            <a:schemeClr val="bg1">
              <a:lumMod val="85000"/>
              <a:alpha val="99000"/>
            </a:schemeClr>
          </a:solidFill>
        </p:spPr>
      </p:pic>
      <p:pic>
        <p:nvPicPr>
          <p:cNvPr id="16" name="Picture 11">
            <a:extLst>
              <a:ext uri="{FF2B5EF4-FFF2-40B4-BE49-F238E27FC236}">
                <a16:creationId xmlns:a16="http://schemas.microsoft.com/office/drawing/2014/main" id="{4C974969-EA1D-2162-2B21-AF003B8C02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0210" y="37169491"/>
            <a:ext cx="460800" cy="453012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CEB41DFF-1AD6-D3C4-1537-31EE2E842188}"/>
              </a:ext>
            </a:extLst>
          </p:cNvPr>
          <p:cNvSpPr/>
          <p:nvPr/>
        </p:nvSpPr>
        <p:spPr>
          <a:xfrm>
            <a:off x="1479599" y="5823861"/>
            <a:ext cx="28010752" cy="58946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000" b="1" dirty="0">
                <a:solidFill>
                  <a:srgbClr val="1E64C8"/>
                </a:solidFill>
                <a:latin typeface="+mj-lt"/>
              </a:rPr>
              <a:t>HIGHLIGHTS</a:t>
            </a:r>
          </a:p>
          <a:p>
            <a:pPr>
              <a:lnSpc>
                <a:spcPct val="150000"/>
              </a:lnSpc>
            </a:pPr>
            <a:r>
              <a:rPr lang="en-GB" sz="3600" dirty="0">
                <a:solidFill>
                  <a:schemeClr val="tx1"/>
                </a:solidFill>
              </a:rPr>
              <a:t>Researchers in various fields of psychological and computer science research agree that </a:t>
            </a:r>
            <a:r>
              <a:rPr lang="en-GB" sz="3600" b="1" dirty="0">
                <a:solidFill>
                  <a:schemeClr val="tx1"/>
                </a:solidFill>
              </a:rPr>
              <a:t>relational abilities are a cornerstone of human cognition </a:t>
            </a:r>
            <a:r>
              <a:rPr lang="en-GB" sz="3600" dirty="0">
                <a:solidFill>
                  <a:schemeClr val="tx1"/>
                </a:solidFill>
              </a:rPr>
              <a:t>and intelligence (McLoughlin et al., 2020), and </a:t>
            </a:r>
            <a:r>
              <a:rPr lang="en-GB" sz="3600" b="1" dirty="0">
                <a:solidFill>
                  <a:schemeClr val="tx1"/>
                </a:solidFill>
              </a:rPr>
              <a:t>many procedures </a:t>
            </a:r>
            <a:r>
              <a:rPr lang="en-GB" sz="3600" dirty="0">
                <a:solidFill>
                  <a:schemeClr val="tx1"/>
                </a:solidFill>
              </a:rPr>
              <a:t>have been developped </a:t>
            </a:r>
            <a:r>
              <a:rPr lang="en-GB" sz="3600" b="1" dirty="0">
                <a:solidFill>
                  <a:schemeClr val="tx1"/>
                </a:solidFill>
              </a:rPr>
              <a:t>to measure it </a:t>
            </a:r>
            <a:r>
              <a:rPr lang="en-GB" sz="3600" dirty="0">
                <a:solidFill>
                  <a:schemeClr val="tx1"/>
                </a:solidFill>
              </a:rPr>
              <a:t>(e.g., Colbert et al., 2020; Alexander et al., 2016; Raven &amp; Raven, 2003, …).</a:t>
            </a:r>
          </a:p>
          <a:p>
            <a:pPr>
              <a:lnSpc>
                <a:spcPct val="150000"/>
              </a:lnSpc>
            </a:pPr>
            <a:r>
              <a:rPr lang="en-GB" sz="3600" dirty="0">
                <a:solidFill>
                  <a:schemeClr val="tx1"/>
                </a:solidFill>
              </a:rPr>
              <a:t>We developped a set of </a:t>
            </a:r>
            <a:r>
              <a:rPr lang="en-GB" sz="3600" b="1" dirty="0">
                <a:solidFill>
                  <a:schemeClr val="tx1"/>
                </a:solidFill>
              </a:rPr>
              <a:t>open-source tools </a:t>
            </a:r>
            <a:r>
              <a:rPr lang="en-GB" sz="3600" dirty="0">
                <a:solidFill>
                  <a:schemeClr val="tx1"/>
                </a:solidFill>
              </a:rPr>
              <a:t>to facilitate research on relational abilities in both humans and artificial systems, allowing users to:</a:t>
            </a:r>
          </a:p>
          <a:p>
            <a:pPr marL="2470937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3600" b="1" dirty="0">
                <a:solidFill>
                  <a:schemeClr val="tx1"/>
                </a:solidFill>
              </a:rPr>
              <a:t>Automatically derive relations</a:t>
            </a:r>
          </a:p>
          <a:p>
            <a:pPr marL="2470937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3600" b="1" dirty="0">
                <a:solidFill>
                  <a:schemeClr val="tx1"/>
                </a:solidFill>
              </a:rPr>
              <a:t>Plot relational networks</a:t>
            </a:r>
          </a:p>
          <a:p>
            <a:pPr marL="2470937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3600" b="1" dirty="0">
                <a:solidFill>
                  <a:schemeClr val="tx1"/>
                </a:solidFill>
              </a:rPr>
              <a:t>Automatically generate syllogistic reasoning and match-to-sample tasks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8509BAE0-9E0D-6EB8-CEE7-0A8AA72418F2}"/>
              </a:ext>
            </a:extLst>
          </p:cNvPr>
          <p:cNvSpPr/>
          <p:nvPr/>
        </p:nvSpPr>
        <p:spPr>
          <a:xfrm>
            <a:off x="1479599" y="11942826"/>
            <a:ext cx="28010752" cy="6099310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000" b="1" dirty="0">
                <a:solidFill>
                  <a:srgbClr val="1E64C8"/>
                </a:solidFill>
                <a:latin typeface="+mj-lt"/>
              </a:rPr>
              <a:t>DERIVATION TABLES</a:t>
            </a:r>
          </a:p>
          <a:p>
            <a:r>
              <a:rPr lang="en-GB" sz="3400" dirty="0">
                <a:solidFill>
                  <a:schemeClr val="tx1"/>
                </a:solidFill>
              </a:rPr>
              <a:t>Derivation tables store patterns of relational derivation (mutual and combinatorial entailment) for different combinations of relations.</a:t>
            </a:r>
          </a:p>
          <a:p>
            <a:r>
              <a:rPr lang="en-GB" sz="3400" b="1" dirty="0">
                <a:solidFill>
                  <a:schemeClr val="tx1"/>
                </a:solidFill>
                <a:sym typeface="Wingdings" panose="05000000000000000000" pitchFamily="2" charset="2"/>
              </a:rPr>
              <a:t>           </a:t>
            </a:r>
            <a:r>
              <a:rPr lang="en-GB" sz="3400" dirty="0">
                <a:solidFill>
                  <a:schemeClr val="tx1"/>
                </a:solidFill>
                <a:sym typeface="Wingdings" panose="05000000000000000000" pitchFamily="2" charset="2"/>
              </a:rPr>
              <a:t>Digital versions of the tables can be used for </a:t>
            </a:r>
            <a:r>
              <a:rPr lang="en-GB" sz="3400" b="1" dirty="0">
                <a:solidFill>
                  <a:schemeClr val="tx1"/>
                </a:solidFill>
                <a:sym typeface="Wingdings" panose="05000000000000000000" pitchFamily="2" charset="2"/>
              </a:rPr>
              <a:t>automated relational derivation</a:t>
            </a:r>
          </a:p>
          <a:p>
            <a:r>
              <a:rPr lang="en-GB" sz="3400" dirty="0">
                <a:solidFill>
                  <a:schemeClr val="tx1"/>
                </a:solidFill>
                <a:sym typeface="Wingdings" panose="05000000000000000000" pitchFamily="2" charset="2"/>
              </a:rPr>
              <a:t>        </a:t>
            </a:r>
            <a:r>
              <a:rPr lang="en-GB" sz="3400" b="1" dirty="0">
                <a:solidFill>
                  <a:schemeClr val="tx1"/>
                </a:solidFill>
                <a:sym typeface="Wingdings" panose="05000000000000000000" pitchFamily="2" charset="2"/>
              </a:rPr>
              <a:t> </a:t>
            </a:r>
            <a:r>
              <a:rPr lang="en-GB" sz="3400" dirty="0">
                <a:solidFill>
                  <a:schemeClr val="tx1"/>
                </a:solidFill>
                <a:sym typeface="Wingdings" panose="05000000000000000000" pitchFamily="2" charset="2"/>
              </a:rPr>
              <a:t>  Could be used in machine learning research, or to </a:t>
            </a:r>
            <a:r>
              <a:rPr lang="en-GB" sz="3400" b="1" dirty="0">
                <a:solidFill>
                  <a:schemeClr val="tx1"/>
                </a:solidFill>
                <a:sym typeface="Wingdings" panose="05000000000000000000" pitchFamily="2" charset="2"/>
              </a:rPr>
              <a:t>facilitate research </a:t>
            </a:r>
            <a:r>
              <a:rPr lang="en-GB" sz="3400" dirty="0">
                <a:solidFill>
                  <a:schemeClr val="tx1"/>
                </a:solidFill>
                <a:sym typeface="Wingdings" panose="05000000000000000000" pitchFamily="2" charset="2"/>
              </a:rPr>
              <a:t>on relational abilities</a:t>
            </a:r>
            <a:endParaRPr lang="en-GB" sz="3600" dirty="0">
              <a:solidFill>
                <a:srgbClr val="1E64C8"/>
              </a:solidFill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2ECC9FA9-9243-A8A0-23E1-472CCAD53CBB}"/>
              </a:ext>
            </a:extLst>
          </p:cNvPr>
          <p:cNvSpPr/>
          <p:nvPr/>
        </p:nvSpPr>
        <p:spPr>
          <a:xfrm>
            <a:off x="1481199" y="19144982"/>
            <a:ext cx="15949286" cy="20291450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>
              <a:lnSpc>
                <a:spcPct val="150000"/>
              </a:lnSpc>
            </a:pPr>
            <a:r>
              <a:rPr lang="en-GB" sz="4000" b="1" dirty="0">
                <a:solidFill>
                  <a:srgbClr val="1E64C8"/>
                </a:solidFill>
                <a:latin typeface="+mj-lt"/>
              </a:rPr>
              <a:t>RELATIONAL TASK GENERATION</a:t>
            </a:r>
            <a:endParaRPr lang="en-US" sz="3800" b="1" dirty="0">
              <a:solidFill>
                <a:srgbClr val="1E64C8"/>
              </a:solidFill>
              <a:latin typeface="+mj-lt"/>
            </a:endParaRPr>
          </a:p>
          <a:p>
            <a:pPr algn="ctr"/>
            <a:r>
              <a:rPr lang="en-US" sz="3600" i="1" dirty="0">
                <a:solidFill>
                  <a:srgbClr val="1E64C8"/>
                </a:solidFill>
              </a:rPr>
              <a:t>SYLLOGISTIC PROBLEMS</a:t>
            </a:r>
          </a:p>
          <a:p>
            <a:pPr>
              <a:lnSpc>
                <a:spcPct val="150000"/>
              </a:lnSpc>
            </a:pPr>
            <a:r>
              <a:rPr lang="en-GB" sz="3400" dirty="0">
                <a:solidFill>
                  <a:schemeClr val="tx1"/>
                </a:solidFill>
              </a:rPr>
              <a:t>Syllogistic reasoning is considered a hallmark of human intelligence (e.g., Aristotle) and is studied in behavior-analytic research (e.g., Cassidy et al., 2011; Colbert et al., 2020), cognitive neuroscience (e.g., Goel &amp; Dolan, 2001) and computer science (e.g., Hummel &amp; Holyoak, 2001; Eisape et al., 2024).</a:t>
            </a:r>
          </a:p>
          <a:p>
            <a:pPr>
              <a:lnSpc>
                <a:spcPct val="150000"/>
              </a:lnSpc>
            </a:pPr>
            <a:r>
              <a:rPr lang="en-GB" sz="3400" dirty="0">
                <a:solidFill>
                  <a:schemeClr val="tx1"/>
                </a:solidFill>
              </a:rPr>
              <a:t>Automated relation derivation allows for generating syllogistic reasoning problems :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solidFill>
                  <a:schemeClr val="tx1"/>
                </a:solidFill>
              </a:rPr>
              <a:t>Involving </a:t>
            </a:r>
            <a:r>
              <a:rPr lang="en-GB" sz="3400" b="1" dirty="0">
                <a:solidFill>
                  <a:schemeClr val="tx1"/>
                </a:solidFill>
              </a:rPr>
              <a:t>various (combinations of) relations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solidFill>
                  <a:schemeClr val="tx1"/>
                </a:solidFill>
              </a:rPr>
              <a:t>With </a:t>
            </a:r>
            <a:r>
              <a:rPr lang="en-GB" sz="3400" b="1" dirty="0">
                <a:solidFill>
                  <a:schemeClr val="tx1"/>
                </a:solidFill>
              </a:rPr>
              <a:t>user-specified</a:t>
            </a:r>
            <a:r>
              <a:rPr lang="en-GB" sz="3400" dirty="0">
                <a:solidFill>
                  <a:schemeClr val="tx1"/>
                </a:solidFill>
              </a:rPr>
              <a:t> problem </a:t>
            </a:r>
            <a:r>
              <a:rPr lang="en-GB" sz="3400" b="1" dirty="0">
                <a:solidFill>
                  <a:schemeClr val="tx1"/>
                </a:solidFill>
              </a:rPr>
              <a:t>variations</a:t>
            </a:r>
            <a:r>
              <a:rPr lang="en-GB" sz="3400" dirty="0">
                <a:solidFill>
                  <a:schemeClr val="tx1"/>
                </a:solidFill>
              </a:rPr>
              <a:t> (number of premises, premise order; irrelevant premise, …) and response format (open format, forced choice)</a:t>
            </a:r>
          </a:p>
          <a:p>
            <a:pPr>
              <a:lnSpc>
                <a:spcPct val="150000"/>
              </a:lnSpc>
            </a:pPr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/>
            <a:endParaRPr lang="en-GB" sz="3800" b="1" dirty="0">
              <a:solidFill>
                <a:srgbClr val="1E64C8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GB" sz="3600" i="1" dirty="0">
                <a:solidFill>
                  <a:srgbClr val="1E64C8"/>
                </a:solidFill>
              </a:rPr>
              <a:t>MATCH-TO-SAMPLE PROCEDURES</a:t>
            </a:r>
          </a:p>
          <a:p>
            <a:r>
              <a:rPr lang="en-GB" sz="3400" dirty="0">
                <a:solidFill>
                  <a:schemeClr val="tx1"/>
                </a:solidFill>
              </a:rPr>
              <a:t>Match-to-sample procedures are very prevalent in research on stimulus equivalence (e.g., Sidman, 1994), Perez et al., 2023) and relational frame theory (e.g., Steele &amp; Hayes, 1991)</a:t>
            </a:r>
          </a:p>
          <a:p>
            <a:pPr>
              <a:lnSpc>
                <a:spcPct val="150000"/>
              </a:lnSpc>
            </a:pPr>
            <a:r>
              <a:rPr lang="en-GB" sz="3600" dirty="0">
                <a:solidFill>
                  <a:schemeClr val="tx1"/>
                </a:solidFill>
              </a:rPr>
              <a:t>Automated relation derivation allows for generating MTS procedures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tx1"/>
                </a:solidFill>
              </a:rPr>
              <a:t>Presets like Steele &amp; Hayes </a:t>
            </a:r>
            <a:r>
              <a:rPr lang="en-GB" sz="3600" dirty="0">
                <a:solidFill>
                  <a:schemeClr val="tx1"/>
                </a:solidFill>
              </a:rPr>
              <a:t>(1992) or any </a:t>
            </a:r>
            <a:r>
              <a:rPr lang="en-GB" sz="3600" b="1" dirty="0">
                <a:solidFill>
                  <a:schemeClr val="tx1"/>
                </a:solidFill>
              </a:rPr>
              <a:t>user-defined constellation of relations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tx1"/>
                </a:solidFill>
              </a:rPr>
              <a:t>User-specified task parameters </a:t>
            </a:r>
            <a:r>
              <a:rPr lang="en-GB" sz="3600" dirty="0">
                <a:solidFill>
                  <a:schemeClr val="tx1"/>
                </a:solidFill>
              </a:rPr>
              <a:t>(training order, comparison stimuli, number of trials, …)</a:t>
            </a:r>
          </a:p>
          <a:p>
            <a:pPr>
              <a:lnSpc>
                <a:spcPct val="150000"/>
              </a:lnSpc>
            </a:pPr>
            <a:endParaRPr lang="en-GB" sz="3600" dirty="0">
              <a:solidFill>
                <a:schemeClr val="tx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9163473C-CB6B-DE20-28E9-CE3BF94685CA}"/>
              </a:ext>
            </a:extLst>
          </p:cNvPr>
          <p:cNvSpPr/>
          <p:nvPr/>
        </p:nvSpPr>
        <p:spPr>
          <a:xfrm>
            <a:off x="17608062" y="19142185"/>
            <a:ext cx="11882287" cy="14984498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GB" sz="4000" b="1" dirty="0">
                <a:solidFill>
                  <a:srgbClr val="1E64C8"/>
                </a:solidFill>
                <a:latin typeface="+mj-lt"/>
              </a:rPr>
              <a:t>RELATIONAL NETWORK VISUALIZATION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GB" sz="3400" dirty="0">
                <a:solidFill>
                  <a:schemeClr val="tx1"/>
                </a:solidFill>
              </a:rPr>
              <a:t>Automated relation derivation for plotting user-specified relational networks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b="1" dirty="0">
                <a:solidFill>
                  <a:schemeClr val="tx1"/>
                </a:solidFill>
              </a:rPr>
              <a:t>Presets</a:t>
            </a:r>
            <a:r>
              <a:rPr lang="en-GB" sz="3400" dirty="0">
                <a:solidFill>
                  <a:schemeClr val="tx1"/>
                </a:solidFill>
              </a:rPr>
              <a:t> like Steele &amp; Hayes (1992) or </a:t>
            </a:r>
            <a:r>
              <a:rPr lang="en-GB" sz="3400" b="1" dirty="0">
                <a:solidFill>
                  <a:schemeClr val="tx1"/>
                </a:solidFill>
              </a:rPr>
              <a:t>any user-defined relations</a:t>
            </a:r>
          </a:p>
          <a:p>
            <a:pPr marL="2185187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solidFill>
                  <a:schemeClr val="tx1"/>
                </a:solidFill>
              </a:rPr>
              <a:t>Plot baseline and derived relations separately or together and modify plot visuals</a:t>
            </a:r>
          </a:p>
          <a:p>
            <a:pPr>
              <a:lnSpc>
                <a:spcPct val="150000"/>
              </a:lnSpc>
            </a:pPr>
            <a:endParaRPr lang="en-GB" sz="3200" dirty="0">
              <a:solidFill>
                <a:schemeClr val="tx1"/>
              </a:solidFill>
            </a:endParaRPr>
          </a:p>
          <a:p>
            <a:endParaRPr lang="en-GB" sz="3400" dirty="0">
              <a:solidFill>
                <a:schemeClr val="tx1"/>
              </a:solidFill>
            </a:endParaRPr>
          </a:p>
        </p:txBody>
      </p:sp>
      <p:pic>
        <p:nvPicPr>
          <p:cNvPr id="277" name="Picture 4" descr="Bluesky Logo PNG Vector (SVG) Free Download">
            <a:extLst>
              <a:ext uri="{FF2B5EF4-FFF2-40B4-BE49-F238E27FC236}">
                <a16:creationId xmlns:a16="http://schemas.microsoft.com/office/drawing/2014/main" id="{8BF0A078-8F51-22D3-01C8-8B7BF060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882901" y="36314224"/>
            <a:ext cx="415418" cy="36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Picture 4" descr="Preregistration: A Prerequisite for Good Science?">
            <a:extLst>
              <a:ext uri="{FF2B5EF4-FFF2-40B4-BE49-F238E27FC236}">
                <a16:creationId xmlns:a16="http://schemas.microsoft.com/office/drawing/2014/main" id="{903F0172-9F4E-B0DC-2DB3-6D950341E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14" r="32978" b="27366"/>
          <a:stretch>
            <a:fillRect/>
          </a:stretch>
        </p:blipFill>
        <p:spPr bwMode="auto">
          <a:xfrm>
            <a:off x="24209484" y="39944701"/>
            <a:ext cx="5137036" cy="226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2CF3C95E-9939-388B-C3A0-D45206C6A4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5779" y="29181768"/>
            <a:ext cx="4480019" cy="44525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20AFF7A-B5FC-0722-A528-4FA4684000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6963" y="29181768"/>
            <a:ext cx="4480019" cy="44525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Picture 21" descr="A diagram of a network&#10;&#10;AI-generated content may be incorrect.">
            <a:extLst>
              <a:ext uri="{FF2B5EF4-FFF2-40B4-BE49-F238E27FC236}">
                <a16:creationId xmlns:a16="http://schemas.microsoft.com/office/drawing/2014/main" id="{02318470-4A45-BC8E-F961-6F4A91F9FA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2" t="7352"/>
          <a:stretch>
            <a:fillRect/>
          </a:stretch>
        </p:blipFill>
        <p:spPr>
          <a:xfrm>
            <a:off x="18768269" y="23927067"/>
            <a:ext cx="4480019" cy="4547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00038A-9EB4-B27E-3C60-AE0EABD4F21D}"/>
              </a:ext>
            </a:extLst>
          </p:cNvPr>
          <p:cNvSpPr txBox="1"/>
          <p:nvPr/>
        </p:nvSpPr>
        <p:spPr>
          <a:xfrm>
            <a:off x="995248" y="35588828"/>
            <a:ext cx="1781632" cy="296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(1)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S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A1</a:t>
            </a:r>
          </a:p>
          <a:p>
            <a:pPr algn="ctr">
              <a:lnSpc>
                <a:spcPct val="150000"/>
              </a:lnSpc>
            </a:pPr>
            <a:r>
              <a:rPr lang="nl-BE" sz="3200" i="1" dirty="0"/>
              <a:t>B1</a:t>
            </a:r>
            <a:r>
              <a:rPr lang="nl-BE" sz="3200" dirty="0"/>
              <a:t>   B2   B3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633B69-DB94-A013-0CFB-FD66CA8428B9}"/>
              </a:ext>
            </a:extLst>
          </p:cNvPr>
          <p:cNvSpPr txBox="1"/>
          <p:nvPr/>
        </p:nvSpPr>
        <p:spPr>
          <a:xfrm>
            <a:off x="2851367" y="35588828"/>
            <a:ext cx="1781632" cy="296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(3)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A1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B1   B2   </a:t>
            </a:r>
            <a:r>
              <a:rPr lang="nl-BE" sz="3200" i="1" dirty="0"/>
              <a:t>B3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52F015-7C37-A6CF-FDA1-C2F6FDD0F4D4}"/>
              </a:ext>
            </a:extLst>
          </p:cNvPr>
          <p:cNvSpPr txBox="1"/>
          <p:nvPr/>
        </p:nvSpPr>
        <p:spPr>
          <a:xfrm>
            <a:off x="4632999" y="35588828"/>
            <a:ext cx="1867312" cy="296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(4)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S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A1</a:t>
            </a:r>
          </a:p>
          <a:p>
            <a:pPr algn="ctr">
              <a:lnSpc>
                <a:spcPct val="150000"/>
              </a:lnSpc>
            </a:pPr>
            <a:r>
              <a:rPr lang="nl-BE" sz="3200" i="1" dirty="0"/>
              <a:t>C1 </a:t>
            </a:r>
            <a:r>
              <a:rPr lang="nl-BE" sz="3200" dirty="0"/>
              <a:t>  C2   C3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15DF5F-3CB2-481D-C602-2AA4C1DEBD76}"/>
              </a:ext>
            </a:extLst>
          </p:cNvPr>
          <p:cNvSpPr txBox="1"/>
          <p:nvPr/>
        </p:nvSpPr>
        <p:spPr>
          <a:xfrm>
            <a:off x="6371626" y="35588828"/>
            <a:ext cx="1932221" cy="296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(6)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A1</a:t>
            </a:r>
          </a:p>
          <a:p>
            <a:pPr algn="ctr">
              <a:lnSpc>
                <a:spcPct val="150000"/>
              </a:lnSpc>
            </a:pPr>
            <a:r>
              <a:rPr lang="nl-BE" sz="3200" i="1" dirty="0"/>
              <a:t>C3    </a:t>
            </a:r>
            <a:r>
              <a:rPr lang="nl-BE" sz="3200" dirty="0"/>
              <a:t>C1</a:t>
            </a:r>
            <a:r>
              <a:rPr lang="nl-BE" sz="3200" i="1" dirty="0"/>
              <a:t> </a:t>
            </a:r>
            <a:r>
              <a:rPr lang="nl-BE" sz="3200" dirty="0"/>
              <a:t>  C2</a:t>
            </a:r>
            <a:endParaRPr lang="nl-BE" sz="32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8398A9-3491-66F9-1490-19EB48F6B837}"/>
              </a:ext>
            </a:extLst>
          </p:cNvPr>
          <p:cNvSpPr txBox="1"/>
          <p:nvPr/>
        </p:nvSpPr>
        <p:spPr>
          <a:xfrm>
            <a:off x="12487624" y="35588828"/>
            <a:ext cx="1656223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(13)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B3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B2   </a:t>
            </a:r>
            <a:r>
              <a:rPr lang="nl-BE" sz="3200" i="1" dirty="0"/>
              <a:t>B1</a:t>
            </a:r>
            <a:r>
              <a:rPr lang="nl-BE" sz="3200" dirty="0"/>
              <a:t>   N1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A648FA-00DA-6880-1057-CD4E9E4FF288}"/>
              </a:ext>
            </a:extLst>
          </p:cNvPr>
          <p:cNvSpPr txBox="1"/>
          <p:nvPr/>
        </p:nvSpPr>
        <p:spPr>
          <a:xfrm>
            <a:off x="14166816" y="35588828"/>
            <a:ext cx="1604927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(15)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C3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N1   C2   </a:t>
            </a:r>
            <a:r>
              <a:rPr lang="nl-BE" sz="3200" i="1" dirty="0"/>
              <a:t>C1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2AFFFB-82AB-BC46-87B8-EBB3CF4DA378}"/>
              </a:ext>
            </a:extLst>
          </p:cNvPr>
          <p:cNvSpPr txBox="1"/>
          <p:nvPr/>
        </p:nvSpPr>
        <p:spPr>
          <a:xfrm>
            <a:off x="8897994" y="35588828"/>
            <a:ext cx="1600117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(7)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S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B1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B2  </a:t>
            </a:r>
            <a:r>
              <a:rPr lang="nl-BE" sz="3200" i="1" dirty="0"/>
              <a:t>A1</a:t>
            </a:r>
            <a:r>
              <a:rPr lang="nl-BE" sz="3200" dirty="0"/>
              <a:t>   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74FF73-18BA-87D5-FCA5-5B9C5EB1231C}"/>
              </a:ext>
            </a:extLst>
          </p:cNvPr>
          <p:cNvSpPr txBox="1"/>
          <p:nvPr/>
        </p:nvSpPr>
        <p:spPr>
          <a:xfrm>
            <a:off x="10570247" y="35588828"/>
            <a:ext cx="1563248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(9)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B3</a:t>
            </a:r>
          </a:p>
          <a:p>
            <a:pPr algn="ctr">
              <a:lnSpc>
                <a:spcPct val="150000"/>
              </a:lnSpc>
            </a:pPr>
            <a:r>
              <a:rPr lang="nl-BE" sz="3200" i="1" dirty="0"/>
              <a:t>A1</a:t>
            </a:r>
            <a:r>
              <a:rPr lang="nl-BE" sz="3200" dirty="0"/>
              <a:t>   B2  N1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DE7838-2335-C458-E76B-97DE150FD37E}"/>
              </a:ext>
            </a:extLst>
          </p:cNvPr>
          <p:cNvSpPr txBox="1"/>
          <p:nvPr/>
        </p:nvSpPr>
        <p:spPr>
          <a:xfrm>
            <a:off x="15900867" y="35588828"/>
            <a:ext cx="1616148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(17)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S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B1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C2   </a:t>
            </a:r>
            <a:r>
              <a:rPr lang="nl-BE" sz="3200" i="1" dirty="0"/>
              <a:t>C1   </a:t>
            </a:r>
            <a:r>
              <a:rPr lang="nl-BE" sz="3200" dirty="0"/>
              <a:t>C3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DD84CE-2180-6D4D-3EF3-086765D4DC8F}"/>
              </a:ext>
            </a:extLst>
          </p:cNvPr>
          <p:cNvSpPr txBox="1"/>
          <p:nvPr/>
        </p:nvSpPr>
        <p:spPr>
          <a:xfrm>
            <a:off x="17542808" y="35588828"/>
            <a:ext cx="1616148" cy="2962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BE" sz="3200" b="1" dirty="0"/>
              <a:t>(18)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O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B1</a:t>
            </a:r>
          </a:p>
          <a:p>
            <a:pPr algn="ctr">
              <a:lnSpc>
                <a:spcPct val="150000"/>
              </a:lnSpc>
            </a:pPr>
            <a:r>
              <a:rPr lang="nl-BE" sz="3200" dirty="0"/>
              <a:t>C1   C2   </a:t>
            </a:r>
            <a:r>
              <a:rPr lang="nl-BE" sz="3200" i="1" dirty="0"/>
              <a:t>C3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7B3EE1E-D00B-46EC-ED86-79769F6ABFC9}"/>
              </a:ext>
            </a:extLst>
          </p:cNvPr>
          <p:cNvSpPr/>
          <p:nvPr/>
        </p:nvSpPr>
        <p:spPr>
          <a:xfrm>
            <a:off x="1479599" y="26415527"/>
            <a:ext cx="3381185" cy="1383517"/>
          </a:xfrm>
          <a:prstGeom prst="wedgeRoundRectCallout">
            <a:avLst>
              <a:gd name="adj1" fmla="val -55798"/>
              <a:gd name="adj2" fmla="val 270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0" dirty="0">
                <a:solidFill>
                  <a:schemeClr val="tx1"/>
                </a:solidFill>
              </a:rPr>
              <a:t>LEB is the same as BEX.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Is BEX the same as LEB?</a:t>
            </a: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C344C8B-DBA7-B514-1C29-6EBD2C8D4964}"/>
              </a:ext>
            </a:extLst>
          </p:cNvPr>
          <p:cNvSpPr/>
          <p:nvPr/>
        </p:nvSpPr>
        <p:spPr>
          <a:xfrm>
            <a:off x="9748761" y="26415526"/>
            <a:ext cx="3381185" cy="2259353"/>
          </a:xfrm>
          <a:prstGeom prst="wedgeRoundRectCallout">
            <a:avLst>
              <a:gd name="adj1" fmla="val -55798"/>
              <a:gd name="adj2" fmla="val 270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>
                <a:solidFill>
                  <a:schemeClr val="tx1"/>
                </a:solidFill>
              </a:rPr>
              <a:t>GUB is more than BIR.</a:t>
            </a:r>
          </a:p>
          <a:p>
            <a:r>
              <a:rPr lang="en-GB" sz="2800" dirty="0">
                <a:solidFill>
                  <a:schemeClr val="tx1"/>
                </a:solidFill>
              </a:rPr>
              <a:t>BIR is more than LOP.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LOP is more than PAF.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Is PAF more than GUB?</a:t>
            </a: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5BCD65E-4B7D-1D5F-7DC4-353264AA4D7E}"/>
              </a:ext>
            </a:extLst>
          </p:cNvPr>
          <p:cNvSpPr/>
          <p:nvPr/>
        </p:nvSpPr>
        <p:spPr>
          <a:xfrm>
            <a:off x="13881742" y="26415526"/>
            <a:ext cx="3381185" cy="3742585"/>
          </a:xfrm>
          <a:prstGeom prst="wedgeRoundRectCallout">
            <a:avLst>
              <a:gd name="adj1" fmla="val -55798"/>
              <a:gd name="adj2" fmla="val 270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0" dirty="0">
                <a:solidFill>
                  <a:schemeClr val="tx1"/>
                </a:solidFill>
              </a:rPr>
              <a:t>LEB is the same as BEX.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BEX is opposite to PAF.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PAF is opposite to GOR.  </a:t>
            </a:r>
          </a:p>
          <a:p>
            <a:r>
              <a:rPr lang="en-GB" sz="2800" dirty="0">
                <a:solidFill>
                  <a:schemeClr val="tx1"/>
                </a:solidFill>
              </a:rPr>
              <a:t>GOR is the same as NIB.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GUK is the same as BEX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Is BUR the same as DAV?</a:t>
            </a: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6775521-FD9D-FAC6-9B5F-29608F9EE14D}"/>
              </a:ext>
            </a:extLst>
          </p:cNvPr>
          <p:cNvSpPr/>
          <p:nvPr/>
        </p:nvSpPr>
        <p:spPr>
          <a:xfrm>
            <a:off x="5614180" y="26415527"/>
            <a:ext cx="3381185" cy="2259353"/>
          </a:xfrm>
          <a:prstGeom prst="wedgeRoundRectCallout">
            <a:avLst>
              <a:gd name="adj1" fmla="val -55798"/>
              <a:gd name="adj2" fmla="val 270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0" dirty="0">
                <a:solidFill>
                  <a:schemeClr val="tx1"/>
                </a:solidFill>
              </a:rPr>
              <a:t>GUB is before BIR.</a:t>
            </a:r>
          </a:p>
          <a:p>
            <a:r>
              <a:rPr lang="en-GB" sz="2800" dirty="0">
                <a:solidFill>
                  <a:schemeClr val="tx1"/>
                </a:solidFill>
              </a:rPr>
              <a:t>BIR is before LOP.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Is GUB to BIR the same as BIR to LOP?</a:t>
            </a:r>
            <a:endParaRPr lang="nl-BE" sz="2800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DBB8D71-2C98-E9CB-CA87-D07D9DA48E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" t="632"/>
          <a:stretch>
            <a:fillRect/>
          </a:stretch>
        </p:blipFill>
        <p:spPr>
          <a:xfrm>
            <a:off x="5697046" y="14851934"/>
            <a:ext cx="6104262" cy="3350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 descr="A diagram of a number of green shades&#10;&#10;AI-generated content may be incorrect.">
            <a:extLst>
              <a:ext uri="{FF2B5EF4-FFF2-40B4-BE49-F238E27FC236}">
                <a16:creationId xmlns:a16="http://schemas.microsoft.com/office/drawing/2014/main" id="{6D9F19C6-AE7F-CC06-023F-A79605AE21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500" r="152" b="88"/>
          <a:stretch>
            <a:fillRect/>
          </a:stretch>
        </p:blipFill>
        <p:spPr>
          <a:xfrm>
            <a:off x="12215471" y="14847238"/>
            <a:ext cx="6006381" cy="33551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diagram of a program&#10;&#10;AI-generated content may be incorrect.">
            <a:extLst>
              <a:ext uri="{FF2B5EF4-FFF2-40B4-BE49-F238E27FC236}">
                <a16:creationId xmlns:a16="http://schemas.microsoft.com/office/drawing/2014/main" id="{17518077-7510-4406-0464-DA7E0BA746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"/>
          <a:stretch>
            <a:fillRect/>
          </a:stretch>
        </p:blipFill>
        <p:spPr>
          <a:xfrm>
            <a:off x="24240172" y="14799927"/>
            <a:ext cx="5158740" cy="3973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2DB4C0D-7D35-0945-291C-ADD92CB09A16}"/>
              </a:ext>
            </a:extLst>
          </p:cNvPr>
          <p:cNvSpPr txBox="1"/>
          <p:nvPr/>
        </p:nvSpPr>
        <p:spPr>
          <a:xfrm>
            <a:off x="1453586" y="14313415"/>
            <a:ext cx="2727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Mutual Entailment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CD6F63-AA84-A422-8BB6-7CDB9F47E394}"/>
              </a:ext>
            </a:extLst>
          </p:cNvPr>
          <p:cNvSpPr txBox="1"/>
          <p:nvPr/>
        </p:nvSpPr>
        <p:spPr>
          <a:xfrm>
            <a:off x="5653608" y="14305412"/>
            <a:ext cx="4863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Combinatorial Entailment (Linear)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DD384B-3428-0723-CF8F-25432FA0B436}"/>
              </a:ext>
            </a:extLst>
          </p:cNvPr>
          <p:cNvSpPr txBox="1"/>
          <p:nvPr/>
        </p:nvSpPr>
        <p:spPr>
          <a:xfrm>
            <a:off x="12166089" y="14272622"/>
            <a:ext cx="5690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Combinatorial Entailment (Many to one)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9BD1D7-BA97-666A-5E6A-CFE01236EDF7}"/>
              </a:ext>
            </a:extLst>
          </p:cNvPr>
          <p:cNvSpPr txBox="1"/>
          <p:nvPr/>
        </p:nvSpPr>
        <p:spPr>
          <a:xfrm>
            <a:off x="24209484" y="14207288"/>
            <a:ext cx="4001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Temporal Relations (Linear)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BCCEEF-456C-1EAA-DE4F-4E8C5F002757}"/>
              </a:ext>
            </a:extLst>
          </p:cNvPr>
          <p:cNvSpPr txBox="1"/>
          <p:nvPr/>
        </p:nvSpPr>
        <p:spPr>
          <a:xfrm>
            <a:off x="18663383" y="14245632"/>
            <a:ext cx="4439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Comparative Relations (Linear)</a:t>
            </a:r>
          </a:p>
        </p:txBody>
      </p:sp>
      <p:pic>
        <p:nvPicPr>
          <p:cNvPr id="48" name="Picture 47" descr="A diagram of a number of text&#10;&#10;AI-generated content may be incorrect.">
            <a:extLst>
              <a:ext uri="{FF2B5EF4-FFF2-40B4-BE49-F238E27FC236}">
                <a16:creationId xmlns:a16="http://schemas.microsoft.com/office/drawing/2014/main" id="{AD9BE0E8-59FF-7160-E15F-1CBC623614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" r="-1"/>
          <a:stretch>
            <a:fillRect/>
          </a:stretch>
        </p:blipFill>
        <p:spPr>
          <a:xfrm>
            <a:off x="18691860" y="14829847"/>
            <a:ext cx="5087227" cy="3973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744B480-1B10-2009-01EE-606010193627}"/>
              </a:ext>
            </a:extLst>
          </p:cNvPr>
          <p:cNvSpPr txBox="1"/>
          <p:nvPr/>
        </p:nvSpPr>
        <p:spPr>
          <a:xfrm>
            <a:off x="2853555" y="35163119"/>
            <a:ext cx="3910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Training Baseline Relations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3ADE2A-F051-CBD0-7345-D31BBC850B08}"/>
              </a:ext>
            </a:extLst>
          </p:cNvPr>
          <p:cNvSpPr txBox="1"/>
          <p:nvPr/>
        </p:nvSpPr>
        <p:spPr>
          <a:xfrm>
            <a:off x="9205933" y="35159047"/>
            <a:ext cx="2727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Mutual Entailment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56619C-E0E9-F944-0F0E-9EC6B0D1C144}"/>
              </a:ext>
            </a:extLst>
          </p:cNvPr>
          <p:cNvSpPr txBox="1"/>
          <p:nvPr/>
        </p:nvSpPr>
        <p:spPr>
          <a:xfrm>
            <a:off x="14006194" y="35159047"/>
            <a:ext cx="3708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Combinatorial Entailment</a:t>
            </a:r>
          </a:p>
        </p:txBody>
      </p:sp>
      <p:pic>
        <p:nvPicPr>
          <p:cNvPr id="54" name="Picture 53" descr="A diagram of a network&#10;&#10;AI-generated content may be incorrect.">
            <a:extLst>
              <a:ext uri="{FF2B5EF4-FFF2-40B4-BE49-F238E27FC236}">
                <a16:creationId xmlns:a16="http://schemas.microsoft.com/office/drawing/2014/main" id="{A1775115-9F0D-8246-FFB5-1D116B24C1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2" t="6546" b="3106"/>
          <a:stretch>
            <a:fillRect/>
          </a:stretch>
        </p:blipFill>
        <p:spPr>
          <a:xfrm>
            <a:off x="24101807" y="23925903"/>
            <a:ext cx="4657120" cy="4547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46CD3FB-F71A-6F83-0750-5E02B175B2AB}"/>
              </a:ext>
            </a:extLst>
          </p:cNvPr>
          <p:cNvSpPr txBox="1"/>
          <p:nvPr/>
        </p:nvSpPr>
        <p:spPr>
          <a:xfrm>
            <a:off x="18743371" y="28556064"/>
            <a:ext cx="4527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Steele and Hayes (1991) Trained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693B79-7865-5326-6263-2B7436455F46}"/>
              </a:ext>
            </a:extLst>
          </p:cNvPr>
          <p:cNvSpPr txBox="1"/>
          <p:nvPr/>
        </p:nvSpPr>
        <p:spPr>
          <a:xfrm>
            <a:off x="24101807" y="28538978"/>
            <a:ext cx="4552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Steele and Hayes (1991) Derived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CFE4D0-63D9-3D6A-DF43-46447C060A8E}"/>
              </a:ext>
            </a:extLst>
          </p:cNvPr>
          <p:cNvSpPr txBox="1"/>
          <p:nvPr/>
        </p:nvSpPr>
        <p:spPr>
          <a:xfrm>
            <a:off x="24101807" y="23246570"/>
            <a:ext cx="4780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Many-to-One Sameness Relations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20653A-1876-9B91-F5AC-FECA91256AB7}"/>
              </a:ext>
            </a:extLst>
          </p:cNvPr>
          <p:cNvSpPr txBox="1"/>
          <p:nvPr/>
        </p:nvSpPr>
        <p:spPr>
          <a:xfrm>
            <a:off x="18768269" y="23246570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b="1" dirty="0"/>
              <a:t>Linear More Than Relations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D548D87-1597-98B8-475B-B00B7AC1A8D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710" t="611" r="-1"/>
          <a:stretch>
            <a:fillRect/>
          </a:stretch>
        </p:blipFill>
        <p:spPr>
          <a:xfrm>
            <a:off x="1506219" y="14857396"/>
            <a:ext cx="3804761" cy="3355173"/>
          </a:xfrm>
          <a:prstGeom prst="rect">
            <a:avLst/>
          </a:prstGeom>
        </p:spPr>
      </p:pic>
      <p:pic>
        <p:nvPicPr>
          <p:cNvPr id="14" name="Picture 13" descr="A qr code with a person's face&#10;&#10;AI-generated content may be incorrect.">
            <a:extLst>
              <a:ext uri="{FF2B5EF4-FFF2-40B4-BE49-F238E27FC236}">
                <a16:creationId xmlns:a16="http://schemas.microsoft.com/office/drawing/2014/main" id="{B8DF472B-C94E-CA90-A5AD-76CE314D60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609" y="35276686"/>
            <a:ext cx="3214356" cy="32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7986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A0_UGent_PP_EN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E64C8"/>
        </a:solidFill>
      </a:spPr>
      <a:bodyPr rtlCol="0" anchor="ctr"/>
      <a:lstStyle>
        <a:defPPr algn="ctr">
          <a:defRPr sz="220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ster-PP-UK_1_1_15.potx" id="{49BE56C9-13BF-4ECD-A24F-DBA18FB8937D}" vid="{5634B754-7327-4B3C-B83D-766586473B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posterA0_UGent_PP_EN</Template>
  <TotalTime>7102</TotalTime>
  <Words>668</Words>
  <Application>Microsoft Office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UGent Panno Text</vt:lpstr>
      <vt:lpstr>UGent Panno Text Medium</vt:lpstr>
      <vt:lpstr>UGent Panno Text SemiBold</vt:lpstr>
      <vt:lpstr>Wingdings</vt:lpstr>
      <vt:lpstr>posterA0_UGent_PP_EN</vt:lpstr>
      <vt:lpstr>Automating RELATIONAL DERIVATION: tools for visualization and task generation</vt:lpstr>
    </vt:vector>
  </TitlesOfParts>
  <Company>UGent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A MATCH: Relational responding differentiates HUMANS FROM CHATGPT</dc:title>
  <dc:creator>Matthias Raemaekers</dc:creator>
  <cp:lastModifiedBy>Matthias Raemaekers</cp:lastModifiedBy>
  <cp:revision>11</cp:revision>
  <dcterms:created xsi:type="dcterms:W3CDTF">2023-05-16T13:40:57Z</dcterms:created>
  <dcterms:modified xsi:type="dcterms:W3CDTF">2025-11-03T09:47:00Z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Universiteit Gent</vt:lpwstr>
  </property>
  <property fmtid="{D5CDD505-2E9C-101B-9397-08002B2CF9AE}" pid="3" name="Developed by">
    <vt:lpwstr>12 Dozijn</vt:lpwstr>
  </property>
  <property fmtid="{D5CDD505-2E9C-101B-9397-08002B2CF9AE}" pid="4" name="Author">
    <vt:lpwstr>Hans Gouman</vt:lpwstr>
  </property>
  <property fmtid="{D5CDD505-2E9C-101B-9397-08002B2CF9AE}" pid="5" name="Date">
    <vt:filetime>2016-12-15T23:00:00Z</vt:filetime>
  </property>
  <property fmtid="{D5CDD505-2E9C-101B-9397-08002B2CF9AE}" pid="6" name="Version">
    <vt:lpwstr>1.1</vt:lpwstr>
  </property>
  <property fmtid="{D5CDD505-2E9C-101B-9397-08002B2CF9AE}" pid="7" name="Build">
    <vt:lpwstr>15</vt:lpwstr>
  </property>
  <property fmtid="{D5CDD505-2E9C-101B-9397-08002B2CF9AE}" pid="8" name="Status">
    <vt:lpwstr>Final</vt:lpwstr>
  </property>
  <property fmtid="{D5CDD505-2E9C-101B-9397-08002B2CF9AE}" pid="9" name="Cmt 4">
    <vt:lpwstr>faculties vs created from corporate build 4</vt:lpwstr>
  </property>
  <property fmtid="{D5CDD505-2E9C-101B-9397-08002B2CF9AE}" pid="10" name="Cmt 5">
    <vt:lpwstr>author box 1 column</vt:lpwstr>
  </property>
  <property fmtid="{D5CDD505-2E9C-101B-9397-08002B2CF9AE}" pid="11" name="Cmt 7">
    <vt:lpwstr>line spacings changed</vt:lpwstr>
  </property>
  <property fmtid="{D5CDD505-2E9C-101B-9397-08002B2CF9AE}" pid="12" name="Cmt 8">
    <vt:lpwstr>no font embedding</vt:lpwstr>
  </property>
  <property fmtid="{D5CDD505-2E9C-101B-9397-08002B2CF9AE}" pid="13" name="Cmt 9">
    <vt:lpwstr>socmed editable</vt:lpwstr>
  </property>
  <property fmtid="{D5CDD505-2E9C-101B-9397-08002B2CF9AE}" pid="14" name="Cmt 10">
    <vt:lpwstr>comments feedback</vt:lpwstr>
  </property>
  <property fmtid="{D5CDD505-2E9C-101B-9397-08002B2CF9AE}" pid="15" name="Cmt 11">
    <vt:lpwstr>position text box</vt:lpwstr>
  </property>
  <property fmtid="{D5CDD505-2E9C-101B-9397-08002B2CF9AE}" pid="16" name="Cmt 12">
    <vt:lpwstr>comments UG/AZ 16.11.25</vt:lpwstr>
  </property>
  <property fmtid="{D5CDD505-2E9C-101B-9397-08002B2CF9AE}" pid="17" name="Cmt 15">
    <vt:lpwstr>'Contact' editable</vt:lpwstr>
  </property>
</Properties>
</file>